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61" r:id="rId4"/>
    <p:sldId id="259" r:id="rId5"/>
    <p:sldId id="262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46"/>
    <a:srgbClr val="FFBE46"/>
    <a:srgbClr val="FFDC64"/>
    <a:srgbClr val="DA731E"/>
    <a:srgbClr val="C89C00"/>
    <a:srgbClr val="FFC850"/>
    <a:srgbClr val="D29600"/>
    <a:srgbClr val="645000"/>
    <a:srgbClr val="685000"/>
    <a:srgbClr val="A88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-152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A21FFD-F64A-444A-940D-B613704002B7}" type="datetimeFigureOut">
              <a:rPr lang="ko-KR" altLang="en-US" smtClean="0"/>
              <a:t>2014-10-16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B90B8C-83B0-4287-B9BD-540B51C354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66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B90B8C-83B0-4287-B9BD-540B51C354D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361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B90B8C-83B0-4287-B9BD-540B51C354D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4036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BF664-8BFC-4EE2-99E4-7B1D97129DFD}" type="datetimeFigureOut">
              <a:rPr lang="ko-KR" altLang="en-US" smtClean="0"/>
              <a:t>2014-10-16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D7EDE-209B-4FEB-B623-F22CA0A273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294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BF664-8BFC-4EE2-99E4-7B1D97129DFD}" type="datetimeFigureOut">
              <a:rPr lang="ko-KR" altLang="en-US" smtClean="0"/>
              <a:t>2014-10-16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D7EDE-209B-4FEB-B623-F22CA0A273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08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BF664-8BFC-4EE2-99E4-7B1D97129DFD}" type="datetimeFigureOut">
              <a:rPr lang="ko-KR" altLang="en-US" smtClean="0"/>
              <a:t>2014-10-16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D7EDE-209B-4FEB-B623-F22CA0A273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389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BF664-8BFC-4EE2-99E4-7B1D97129DFD}" type="datetimeFigureOut">
              <a:rPr lang="ko-KR" altLang="en-US" smtClean="0"/>
              <a:t>2014-10-16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D7EDE-209B-4FEB-B623-F22CA0A273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3050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BF664-8BFC-4EE2-99E4-7B1D97129DFD}" type="datetimeFigureOut">
              <a:rPr lang="ko-KR" altLang="en-US" smtClean="0"/>
              <a:t>2014-10-16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D7EDE-209B-4FEB-B623-F22CA0A273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847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BF664-8BFC-4EE2-99E4-7B1D97129DFD}" type="datetimeFigureOut">
              <a:rPr lang="ko-KR" altLang="en-US" smtClean="0"/>
              <a:t>2014-10-16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D7EDE-209B-4FEB-B623-F22CA0A273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10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BF664-8BFC-4EE2-99E4-7B1D97129DFD}" type="datetimeFigureOut">
              <a:rPr lang="ko-KR" altLang="en-US" smtClean="0"/>
              <a:t>2014-10-16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D7EDE-209B-4FEB-B623-F22CA0A273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4873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BF664-8BFC-4EE2-99E4-7B1D97129DFD}" type="datetimeFigureOut">
              <a:rPr lang="ko-KR" altLang="en-US" smtClean="0"/>
              <a:t>2014-10-16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D7EDE-209B-4FEB-B623-F22CA0A273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123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BF664-8BFC-4EE2-99E4-7B1D97129DFD}" type="datetimeFigureOut">
              <a:rPr lang="ko-KR" altLang="en-US" smtClean="0"/>
              <a:t>2014-10-16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D7EDE-209B-4FEB-B623-F22CA0A273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562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BF664-8BFC-4EE2-99E4-7B1D97129DFD}" type="datetimeFigureOut">
              <a:rPr lang="ko-KR" altLang="en-US" smtClean="0"/>
              <a:t>2014-10-16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D7EDE-209B-4FEB-B623-F22CA0A273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677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BF664-8BFC-4EE2-99E4-7B1D97129DFD}" type="datetimeFigureOut">
              <a:rPr lang="ko-KR" altLang="en-US" smtClean="0"/>
              <a:t>2014-10-16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D7EDE-209B-4FEB-B623-F22CA0A273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963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BF664-8BFC-4EE2-99E4-7B1D97129DFD}" type="datetimeFigureOut">
              <a:rPr lang="ko-KR" altLang="en-US" smtClean="0"/>
              <a:t>2014-10-16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CD7EDE-209B-4FEB-B623-F22CA0A273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283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403648" y="1628800"/>
            <a:ext cx="5983648" cy="3657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473226" y="2136874"/>
            <a:ext cx="3906000" cy="219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30000"/>
                </a:schemeClr>
              </a:gs>
              <a:gs pos="8000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0">
                  <a:schemeClr val="accent6">
                    <a:lumMod val="60000"/>
                    <a:lumOff val="40000"/>
                    <a:alpha val="50000"/>
                  </a:schemeClr>
                </a:gs>
                <a:gs pos="20000">
                  <a:schemeClr val="accent6">
                    <a:lumMod val="75000"/>
                    <a:alpha val="50000"/>
                  </a:schemeClr>
                </a:gs>
                <a:gs pos="40000">
                  <a:schemeClr val="accent6">
                    <a:lumMod val="50000"/>
                    <a:alpha val="5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5391008" y="2172704"/>
            <a:ext cx="1954800" cy="1468800"/>
          </a:xfrm>
          <a:prstGeom prst="rect">
            <a:avLst/>
          </a:prstGeom>
          <a:gradFill>
            <a:gsLst>
              <a:gs pos="0">
                <a:schemeClr val="bg1">
                  <a:alpha val="30000"/>
                </a:schemeClr>
              </a:gs>
              <a:gs pos="6000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 w="12700">
            <a:gradFill>
              <a:gsLst>
                <a:gs pos="0">
                  <a:schemeClr val="accent6">
                    <a:lumMod val="60000"/>
                    <a:lumOff val="40000"/>
                    <a:alpha val="50000"/>
                  </a:schemeClr>
                </a:gs>
                <a:gs pos="20000">
                  <a:schemeClr val="accent6">
                    <a:lumMod val="75000"/>
                    <a:alpha val="50000"/>
                  </a:schemeClr>
                </a:gs>
                <a:gs pos="40000">
                  <a:schemeClr val="accent6">
                    <a:lumMod val="50000"/>
                    <a:alpha val="5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1413741" y="1643656"/>
            <a:ext cx="1440160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i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BLACKBOX</a:t>
            </a:r>
            <a:endParaRPr lang="ko-KR" altLang="en-US" sz="1600" b="1" i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2603969" y="1692804"/>
            <a:ext cx="1152128" cy="216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solidFill>
                  <a:schemeClr val="bg1">
                    <a:lumMod val="75000"/>
                  </a:schemeClr>
                </a:solidFill>
              </a:rPr>
              <a:t>Digital Player</a:t>
            </a:r>
            <a:endParaRPr lang="ko-KR" altLang="en-US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>
            <a:off x="1437556" y="1885013"/>
            <a:ext cx="5895126" cy="0"/>
          </a:xfrm>
          <a:prstGeom prst="line">
            <a:avLst/>
          </a:prstGeom>
          <a:ln w="25400" cmpd="dbl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>
            <a:off x="2778784" y="3108588"/>
            <a:ext cx="1440160" cy="552079"/>
            <a:chOff x="2778784" y="3108588"/>
            <a:chExt cx="1440160" cy="552079"/>
          </a:xfrm>
        </p:grpSpPr>
        <p:sp>
          <p:nvSpPr>
            <p:cNvPr id="73" name="직사각형 72"/>
            <p:cNvSpPr/>
            <p:nvPr/>
          </p:nvSpPr>
          <p:spPr>
            <a:xfrm>
              <a:off x="2922800" y="3444643"/>
              <a:ext cx="1152128" cy="2160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Digital Player</a:t>
              </a:r>
              <a:endPara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2778784" y="3108588"/>
              <a:ext cx="1440160" cy="288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 i="1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BLACKBOX</a:t>
              </a:r>
              <a:endParaRPr lang="ko-KR" altLang="en-US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5637002" y="2761288"/>
            <a:ext cx="1440160" cy="500469"/>
            <a:chOff x="5637002" y="2761288"/>
            <a:chExt cx="1440160" cy="500469"/>
          </a:xfrm>
        </p:grpSpPr>
        <p:sp>
          <p:nvSpPr>
            <p:cNvPr id="74" name="직사각형 73"/>
            <p:cNvSpPr/>
            <p:nvPr/>
          </p:nvSpPr>
          <p:spPr>
            <a:xfrm>
              <a:off x="5790544" y="3045733"/>
              <a:ext cx="1152128" cy="2160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Digital Player</a:t>
              </a:r>
              <a:endParaRPr lang="ko-KR" altLang="en-US" sz="7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5637002" y="2761288"/>
              <a:ext cx="1440160" cy="288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i="1" dirty="0" smtClean="0">
                  <a:solidFill>
                    <a:srgbClr val="7A5D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BLACKBOX</a:t>
              </a:r>
              <a:endParaRPr lang="ko-KR" altLang="en-US" sz="1200" b="1" i="1" dirty="0">
                <a:solidFill>
                  <a:srgbClr val="7A5D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75" name="직사각형 74"/>
          <p:cNvSpPr/>
          <p:nvPr/>
        </p:nvSpPr>
        <p:spPr>
          <a:xfrm>
            <a:off x="1403276" y="4782400"/>
            <a:ext cx="5984020" cy="252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/>
          <p:cNvSpPr/>
          <p:nvPr/>
        </p:nvSpPr>
        <p:spPr>
          <a:xfrm>
            <a:off x="1403276" y="5034400"/>
            <a:ext cx="5984020" cy="252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/>
          <p:cNvSpPr/>
          <p:nvPr/>
        </p:nvSpPr>
        <p:spPr>
          <a:xfrm>
            <a:off x="1403276" y="4734453"/>
            <a:ext cx="5984020" cy="4571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/>
          <p:cNvSpPr/>
          <p:nvPr/>
        </p:nvSpPr>
        <p:spPr>
          <a:xfrm>
            <a:off x="1403277" y="4581128"/>
            <a:ext cx="3949806" cy="184064"/>
          </a:xfrm>
          <a:prstGeom prst="rect">
            <a:avLst/>
          </a:prstGeom>
          <a:solidFill>
            <a:srgbClr val="292929"/>
          </a:solidFill>
          <a:ln w="3175">
            <a:solidFill>
              <a:srgbClr val="3333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/>
          <p:cNvSpPr/>
          <p:nvPr/>
        </p:nvSpPr>
        <p:spPr>
          <a:xfrm>
            <a:off x="1403276" y="4397264"/>
            <a:ext cx="3949806" cy="184064"/>
          </a:xfrm>
          <a:prstGeom prst="rect">
            <a:avLst/>
          </a:prstGeom>
          <a:solidFill>
            <a:srgbClr val="333333"/>
          </a:solidFill>
          <a:ln w="3175" cmpd="sng">
            <a:solidFill>
              <a:srgbClr val="3333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" name="그룹 7"/>
          <p:cNvGrpSpPr/>
          <p:nvPr/>
        </p:nvGrpSpPr>
        <p:grpSpPr>
          <a:xfrm>
            <a:off x="5391008" y="3659313"/>
            <a:ext cx="1954800" cy="174333"/>
            <a:chOff x="5391008" y="3659313"/>
            <a:chExt cx="1954800" cy="174333"/>
          </a:xfrm>
        </p:grpSpPr>
        <p:sp>
          <p:nvSpPr>
            <p:cNvPr id="99" name="직사각형 98"/>
            <p:cNvSpPr/>
            <p:nvPr/>
          </p:nvSpPr>
          <p:spPr>
            <a:xfrm>
              <a:off x="5391008" y="3659313"/>
              <a:ext cx="1954800" cy="174333"/>
            </a:xfrm>
            <a:prstGeom prst="rect">
              <a:avLst/>
            </a:prstGeom>
            <a:solidFill>
              <a:srgbClr val="1C1C1C"/>
            </a:solidFill>
            <a:ln w="3175" cmpd="sng"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5391008" y="3679719"/>
              <a:ext cx="765168" cy="12837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00" b="1" dirty="0" smtClean="0"/>
                <a:t>파일이름</a:t>
              </a:r>
              <a:endParaRPr lang="ko-KR" altLang="en-US" sz="600" b="1" dirty="0"/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6156176" y="3679719"/>
              <a:ext cx="576064" cy="12837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00" b="1" dirty="0" smtClean="0"/>
                <a:t>날짜</a:t>
              </a:r>
              <a:endParaRPr lang="ko-KR" altLang="en-US" sz="600" b="1" dirty="0"/>
            </a:p>
          </p:txBody>
        </p:sp>
        <p:sp>
          <p:nvSpPr>
            <p:cNvPr id="98" name="직사각형 97"/>
            <p:cNvSpPr/>
            <p:nvPr/>
          </p:nvSpPr>
          <p:spPr>
            <a:xfrm>
              <a:off x="6732240" y="3679719"/>
              <a:ext cx="504056" cy="12837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00" b="1" smtClean="0"/>
                <a:t>크기</a:t>
              </a:r>
              <a:endParaRPr lang="ko-KR" altLang="en-US" sz="600" b="1" dirty="0"/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1475656" y="4463401"/>
            <a:ext cx="3240360" cy="45719"/>
            <a:chOff x="1475656" y="4463401"/>
            <a:chExt cx="3240360" cy="45719"/>
          </a:xfrm>
        </p:grpSpPr>
        <p:sp>
          <p:nvSpPr>
            <p:cNvPr id="5" name="모서리가 둥근 직사각형 4"/>
            <p:cNvSpPr/>
            <p:nvPr/>
          </p:nvSpPr>
          <p:spPr>
            <a:xfrm>
              <a:off x="1475656" y="4463401"/>
              <a:ext cx="3240360" cy="45719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innerShdw blurRad="12700" dist="12700" dir="189000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모서리가 둥근 직사각형 24"/>
            <p:cNvSpPr/>
            <p:nvPr/>
          </p:nvSpPr>
          <p:spPr>
            <a:xfrm>
              <a:off x="1480418" y="4472498"/>
              <a:ext cx="3222000" cy="32400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모서리가 둥근 직사각형 25"/>
          <p:cNvSpPr/>
          <p:nvPr/>
        </p:nvSpPr>
        <p:spPr>
          <a:xfrm>
            <a:off x="1475656" y="4417724"/>
            <a:ext cx="3240360" cy="4571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innerShdw blurRad="12700" dist="12700" dir="189000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/>
          <p:cNvGrpSpPr/>
          <p:nvPr/>
        </p:nvGrpSpPr>
        <p:grpSpPr>
          <a:xfrm>
            <a:off x="1753595" y="4696344"/>
            <a:ext cx="658165" cy="28800"/>
            <a:chOff x="1475656" y="4696344"/>
            <a:chExt cx="658165" cy="28800"/>
          </a:xfrm>
        </p:grpSpPr>
        <p:sp>
          <p:nvSpPr>
            <p:cNvPr id="29" name="모서리가 둥근 직사각형 28"/>
            <p:cNvSpPr/>
            <p:nvPr/>
          </p:nvSpPr>
          <p:spPr>
            <a:xfrm>
              <a:off x="1475656" y="4696344"/>
              <a:ext cx="658165" cy="28800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innerShdw blurRad="12700" dist="12700" dir="189000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모서리가 둥근 직사각형 29"/>
            <p:cNvSpPr/>
            <p:nvPr/>
          </p:nvSpPr>
          <p:spPr>
            <a:xfrm>
              <a:off x="1482111" y="4704151"/>
              <a:ext cx="640800" cy="18000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모서리가 둥근 직사각형 31"/>
          <p:cNvSpPr/>
          <p:nvPr/>
        </p:nvSpPr>
        <p:spPr>
          <a:xfrm>
            <a:off x="1753595" y="4624336"/>
            <a:ext cx="658165" cy="288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innerShdw blurRad="12700" dist="12700" dir="189000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" name="그룹 12"/>
          <p:cNvGrpSpPr/>
          <p:nvPr/>
        </p:nvGrpSpPr>
        <p:grpSpPr>
          <a:xfrm>
            <a:off x="2086906" y="4432805"/>
            <a:ext cx="108829" cy="111786"/>
            <a:chOff x="2086906" y="4432805"/>
            <a:chExt cx="108829" cy="111786"/>
          </a:xfrm>
        </p:grpSpPr>
        <p:sp>
          <p:nvSpPr>
            <p:cNvPr id="9" name="모서리가 둥근 직사각형 8"/>
            <p:cNvSpPr/>
            <p:nvPr/>
          </p:nvSpPr>
          <p:spPr>
            <a:xfrm>
              <a:off x="2086906" y="4432805"/>
              <a:ext cx="108829" cy="111786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2113387" y="4453779"/>
              <a:ext cx="0" cy="7200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/>
            <p:cNvCxnSpPr/>
            <p:nvPr/>
          </p:nvCxnSpPr>
          <p:spPr>
            <a:xfrm>
              <a:off x="2140395" y="4453779"/>
              <a:ext cx="0" cy="7200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/>
            <p:cNvCxnSpPr/>
            <p:nvPr/>
          </p:nvCxnSpPr>
          <p:spPr>
            <a:xfrm>
              <a:off x="2167972" y="4453779"/>
              <a:ext cx="0" cy="7200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그룹 37"/>
          <p:cNvGrpSpPr/>
          <p:nvPr/>
        </p:nvGrpSpPr>
        <p:grpSpPr>
          <a:xfrm>
            <a:off x="2113635" y="4654851"/>
            <a:ext cx="108829" cy="111786"/>
            <a:chOff x="2086906" y="4432805"/>
            <a:chExt cx="108829" cy="111786"/>
          </a:xfrm>
        </p:grpSpPr>
        <p:sp>
          <p:nvSpPr>
            <p:cNvPr id="39" name="모서리가 둥근 직사각형 38"/>
            <p:cNvSpPr/>
            <p:nvPr/>
          </p:nvSpPr>
          <p:spPr>
            <a:xfrm>
              <a:off x="2086906" y="4432805"/>
              <a:ext cx="108829" cy="111786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0" name="직선 연결선 39"/>
            <p:cNvCxnSpPr/>
            <p:nvPr/>
          </p:nvCxnSpPr>
          <p:spPr>
            <a:xfrm>
              <a:off x="2115768" y="4453779"/>
              <a:ext cx="0" cy="72000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/>
            <p:cNvCxnSpPr/>
            <p:nvPr/>
          </p:nvCxnSpPr>
          <p:spPr>
            <a:xfrm>
              <a:off x="2142776" y="4453779"/>
              <a:ext cx="0" cy="72000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/>
            <p:cNvCxnSpPr/>
            <p:nvPr/>
          </p:nvCxnSpPr>
          <p:spPr>
            <a:xfrm>
              <a:off x="2170353" y="4453779"/>
              <a:ext cx="0" cy="72000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 descr="L:\corelogic\current\DahaTech\images\source\1405379756_unnamed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447" y="4600176"/>
            <a:ext cx="150233" cy="150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그룹 15"/>
          <p:cNvGrpSpPr/>
          <p:nvPr/>
        </p:nvGrpSpPr>
        <p:grpSpPr>
          <a:xfrm rot="111518">
            <a:off x="2769308" y="4609908"/>
            <a:ext cx="296127" cy="296127"/>
            <a:chOff x="2435350" y="4610354"/>
            <a:chExt cx="151200" cy="151200"/>
          </a:xfrm>
        </p:grpSpPr>
        <p:sp>
          <p:nvSpPr>
            <p:cNvPr id="11" name="막힌 원호 10"/>
            <p:cNvSpPr/>
            <p:nvPr/>
          </p:nvSpPr>
          <p:spPr>
            <a:xfrm rot="2700000">
              <a:off x="2435350" y="4610354"/>
              <a:ext cx="151200" cy="151200"/>
            </a:xfrm>
            <a:prstGeom prst="blockArc">
              <a:avLst>
                <a:gd name="adj1" fmla="val 6491446"/>
                <a:gd name="adj2" fmla="val 568433"/>
                <a:gd name="adj3" fmla="val 13784"/>
              </a:avLst>
            </a:prstGeom>
            <a:gradFill flip="none" rotWithShape="1">
              <a:gsLst>
                <a:gs pos="0">
                  <a:srgbClr val="A603AB"/>
                </a:gs>
                <a:gs pos="0">
                  <a:srgbClr val="0819FB"/>
                </a:gs>
                <a:gs pos="0">
                  <a:srgbClr val="1A8D48"/>
                </a:gs>
                <a:gs pos="52000">
                  <a:srgbClr val="FFFF00"/>
                </a:gs>
                <a:gs pos="73000">
                  <a:srgbClr val="EE3F17"/>
                </a:gs>
                <a:gs pos="88000">
                  <a:srgbClr val="E81766"/>
                </a:gs>
                <a:gs pos="100000">
                  <a:srgbClr val="A603AB"/>
                </a:gs>
              </a:gsLst>
              <a:lin ang="2700000" scaled="1"/>
              <a:tileRect/>
            </a:gradFill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위쪽 화살표 14"/>
            <p:cNvSpPr/>
            <p:nvPr/>
          </p:nvSpPr>
          <p:spPr>
            <a:xfrm rot="1800000">
              <a:off x="2519146" y="4626658"/>
              <a:ext cx="18000" cy="75600"/>
            </a:xfrm>
            <a:prstGeom prst="upArrow">
              <a:avLst>
                <a:gd name="adj1" fmla="val 100000"/>
                <a:gd name="adj2" fmla="val 50000"/>
              </a:avLst>
            </a:prstGeom>
            <a:solidFill>
              <a:schemeClr val="bg1"/>
            </a:solidFill>
            <a:ln w="3175" cmpd="sng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3207119" y="4614080"/>
            <a:ext cx="361292" cy="294319"/>
            <a:chOff x="4103948" y="4624451"/>
            <a:chExt cx="151588" cy="123488"/>
          </a:xfrm>
        </p:grpSpPr>
        <p:sp>
          <p:nvSpPr>
            <p:cNvPr id="17" name="직사각형 16"/>
            <p:cNvSpPr/>
            <p:nvPr/>
          </p:nvSpPr>
          <p:spPr>
            <a:xfrm>
              <a:off x="4103948" y="4660088"/>
              <a:ext cx="72008" cy="54000"/>
            </a:xfrm>
            <a:prstGeom prst="rect">
              <a:avLst/>
            </a:prstGeom>
            <a:solidFill>
              <a:schemeClr val="bg1"/>
            </a:solidFill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20" name="그룹 19"/>
            <p:cNvGrpSpPr/>
            <p:nvPr/>
          </p:nvGrpSpPr>
          <p:grpSpPr>
            <a:xfrm>
              <a:off x="4130428" y="4624451"/>
              <a:ext cx="125108" cy="123488"/>
              <a:chOff x="4130428" y="4624451"/>
              <a:chExt cx="125108" cy="123488"/>
            </a:xfrm>
          </p:grpSpPr>
          <p:sp>
            <p:nvSpPr>
              <p:cNvPr id="18" name="사다리꼴 17"/>
              <p:cNvSpPr/>
              <p:nvPr/>
            </p:nvSpPr>
            <p:spPr>
              <a:xfrm rot="16200000">
                <a:off x="4104688" y="4650191"/>
                <a:ext cx="123488" cy="72008"/>
              </a:xfrm>
              <a:prstGeom prst="trapezoid">
                <a:avLst>
                  <a:gd name="adj" fmla="val 49413"/>
                </a:avLst>
              </a:prstGeom>
              <a:solidFill>
                <a:srgbClr val="92D050"/>
              </a:solidFill>
              <a:ln w="3175"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9" name="막힌 원호 18"/>
              <p:cNvSpPr/>
              <p:nvPr/>
            </p:nvSpPr>
            <p:spPr>
              <a:xfrm rot="4388694">
                <a:off x="4164938" y="4643884"/>
                <a:ext cx="94787" cy="86408"/>
              </a:xfrm>
              <a:prstGeom prst="blockArc">
                <a:avLst>
                  <a:gd name="adj1" fmla="val 12493788"/>
                  <a:gd name="adj2" fmla="val 0"/>
                  <a:gd name="adj3" fmla="val 25000"/>
                </a:avLst>
              </a:prstGeom>
              <a:solidFill>
                <a:srgbClr val="92D050"/>
              </a:solidFill>
              <a:ln w="3175"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grpSp>
        <p:nvGrpSpPr>
          <p:cNvPr id="23" name="그룹 22"/>
          <p:cNvGrpSpPr/>
          <p:nvPr/>
        </p:nvGrpSpPr>
        <p:grpSpPr>
          <a:xfrm>
            <a:off x="3725838" y="4614080"/>
            <a:ext cx="514810" cy="294319"/>
            <a:chOff x="3725838" y="4614081"/>
            <a:chExt cx="216000" cy="123488"/>
          </a:xfrm>
        </p:grpSpPr>
        <p:grpSp>
          <p:nvGrpSpPr>
            <p:cNvPr id="55" name="그룹 54"/>
            <p:cNvGrpSpPr/>
            <p:nvPr/>
          </p:nvGrpSpPr>
          <p:grpSpPr>
            <a:xfrm>
              <a:off x="3758625" y="4614081"/>
              <a:ext cx="98488" cy="123488"/>
              <a:chOff x="4103948" y="4624451"/>
              <a:chExt cx="98488" cy="123488"/>
            </a:xfrm>
          </p:grpSpPr>
          <p:sp>
            <p:nvSpPr>
              <p:cNvPr id="56" name="직사각형 55"/>
              <p:cNvSpPr/>
              <p:nvPr/>
            </p:nvSpPr>
            <p:spPr>
              <a:xfrm>
                <a:off x="4103948" y="4660088"/>
                <a:ext cx="72008" cy="54000"/>
              </a:xfrm>
              <a:prstGeom prst="rect">
                <a:avLst/>
              </a:prstGeom>
              <a:solidFill>
                <a:schemeClr val="bg1"/>
              </a:solidFill>
              <a:ln w="3175"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8" name="사다리꼴 57"/>
              <p:cNvSpPr/>
              <p:nvPr/>
            </p:nvSpPr>
            <p:spPr>
              <a:xfrm rot="16200000">
                <a:off x="4104688" y="4650191"/>
                <a:ext cx="123488" cy="72008"/>
              </a:xfrm>
              <a:prstGeom prst="trapezoid">
                <a:avLst>
                  <a:gd name="adj" fmla="val 49413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3175"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22" name="뺄셈 기호 21"/>
            <p:cNvSpPr/>
            <p:nvPr/>
          </p:nvSpPr>
          <p:spPr>
            <a:xfrm rot="18900000">
              <a:off x="3725838" y="4621291"/>
              <a:ext cx="216000" cy="108000"/>
            </a:xfrm>
            <a:prstGeom prst="mathMinus">
              <a:avLst/>
            </a:prstGeom>
            <a:solidFill>
              <a:srgbClr val="C00000"/>
            </a:solidFill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57" name="그룹 56"/>
          <p:cNvGrpSpPr/>
          <p:nvPr/>
        </p:nvGrpSpPr>
        <p:grpSpPr>
          <a:xfrm>
            <a:off x="179512" y="203496"/>
            <a:ext cx="1728192" cy="1728192"/>
            <a:chOff x="2627784" y="2132856"/>
            <a:chExt cx="1728192" cy="1728192"/>
          </a:xfrm>
        </p:grpSpPr>
        <p:sp>
          <p:nvSpPr>
            <p:cNvPr id="60" name="타원 59"/>
            <p:cNvSpPr/>
            <p:nvPr/>
          </p:nvSpPr>
          <p:spPr>
            <a:xfrm>
              <a:off x="2627784" y="2132856"/>
              <a:ext cx="1728192" cy="172819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 cmpd="sng"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" name="이등변 삼각형 60"/>
            <p:cNvSpPr/>
            <p:nvPr/>
          </p:nvSpPr>
          <p:spPr>
            <a:xfrm rot="5400000">
              <a:off x="3056951" y="2528901"/>
              <a:ext cx="1085881" cy="936104"/>
            </a:xfrm>
            <a:prstGeom prst="triangle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 cmpd="sng"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025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1403276" y="1628800"/>
            <a:ext cx="5984020" cy="3657600"/>
            <a:chOff x="1403276" y="1628800"/>
            <a:chExt cx="5984020" cy="3657600"/>
          </a:xfrm>
        </p:grpSpPr>
        <p:grpSp>
          <p:nvGrpSpPr>
            <p:cNvPr id="5" name="그룹 4"/>
            <p:cNvGrpSpPr/>
            <p:nvPr/>
          </p:nvGrpSpPr>
          <p:grpSpPr>
            <a:xfrm>
              <a:off x="1403648" y="1628800"/>
              <a:ext cx="5983648" cy="3657600"/>
              <a:chOff x="1403648" y="1628800"/>
              <a:chExt cx="5983648" cy="3657600"/>
            </a:xfrm>
          </p:grpSpPr>
          <p:sp>
            <p:nvSpPr>
              <p:cNvPr id="15" name="직사각형 14"/>
              <p:cNvSpPr/>
              <p:nvPr/>
            </p:nvSpPr>
            <p:spPr>
              <a:xfrm>
                <a:off x="1403648" y="1628800"/>
                <a:ext cx="5983648" cy="36576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1447082" y="2172704"/>
                <a:ext cx="3906000" cy="21960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30000"/>
                    </a:schemeClr>
                  </a:gs>
                  <a:gs pos="80000">
                    <a:schemeClr val="bg1">
                      <a:alpha val="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12700">
                <a:gradFill>
                  <a:gsLst>
                    <a:gs pos="0">
                      <a:schemeClr val="accent6">
                        <a:lumMod val="60000"/>
                        <a:lumOff val="40000"/>
                        <a:alpha val="50000"/>
                      </a:schemeClr>
                    </a:gs>
                    <a:gs pos="20000">
                      <a:schemeClr val="accent6">
                        <a:lumMod val="75000"/>
                        <a:alpha val="50000"/>
                      </a:schemeClr>
                    </a:gs>
                    <a:gs pos="40000">
                      <a:schemeClr val="accent6">
                        <a:lumMod val="50000"/>
                        <a:alpha val="50000"/>
                      </a:schemeClr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직사각형 16"/>
              <p:cNvSpPr/>
              <p:nvPr/>
            </p:nvSpPr>
            <p:spPr>
              <a:xfrm>
                <a:off x="5391008" y="2172704"/>
                <a:ext cx="1954800" cy="1468800"/>
              </a:xfrm>
              <a:prstGeom prst="rect">
                <a:avLst/>
              </a:prstGeom>
              <a:gradFill>
                <a:gsLst>
                  <a:gs pos="0">
                    <a:schemeClr val="bg1">
                      <a:alpha val="30000"/>
                    </a:schemeClr>
                  </a:gs>
                  <a:gs pos="60000">
                    <a:schemeClr val="bg1">
                      <a:alpha val="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 w="12700">
                <a:gradFill>
                  <a:gsLst>
                    <a:gs pos="0">
                      <a:schemeClr val="accent6">
                        <a:lumMod val="60000"/>
                        <a:lumOff val="40000"/>
                        <a:alpha val="50000"/>
                      </a:schemeClr>
                    </a:gs>
                    <a:gs pos="20000">
                      <a:schemeClr val="accent6">
                        <a:lumMod val="75000"/>
                        <a:alpha val="50000"/>
                      </a:schemeClr>
                    </a:gs>
                    <a:gs pos="40000">
                      <a:schemeClr val="accent6">
                        <a:lumMod val="50000"/>
                        <a:alpha val="50000"/>
                      </a:schemeClr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/>
              <p:cNvSpPr/>
              <p:nvPr/>
            </p:nvSpPr>
            <p:spPr>
              <a:xfrm>
                <a:off x="1413741" y="1643656"/>
                <a:ext cx="1440160" cy="2880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600" b="1" i="1" dirty="0" smtClean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BLACKBOX</a:t>
                </a:r>
                <a:endParaRPr lang="ko-KR" altLang="en-US" sz="1600" b="1" i="1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2603969" y="1692804"/>
                <a:ext cx="1152128" cy="2160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900" b="1" dirty="0" smtClean="0">
                    <a:solidFill>
                      <a:schemeClr val="bg1">
                        <a:lumMod val="75000"/>
                      </a:schemeClr>
                    </a:solidFill>
                  </a:rPr>
                  <a:t>Digital Player</a:t>
                </a:r>
                <a:endParaRPr lang="ko-KR" altLang="en-US" sz="900" b="1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20" name="직선 연결선 19"/>
              <p:cNvCxnSpPr/>
              <p:nvPr/>
            </p:nvCxnSpPr>
            <p:spPr>
              <a:xfrm>
                <a:off x="1437556" y="1885013"/>
                <a:ext cx="5895126" cy="0"/>
              </a:xfrm>
              <a:prstGeom prst="line">
                <a:avLst/>
              </a:prstGeom>
              <a:ln w="25400" cmpd="dbl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직사각형 20"/>
              <p:cNvSpPr/>
              <p:nvPr/>
            </p:nvSpPr>
            <p:spPr>
              <a:xfrm>
                <a:off x="2922800" y="3444643"/>
                <a:ext cx="1152128" cy="2160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Digital Player</a:t>
                </a:r>
                <a:endPara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22" name="직사각형 21"/>
              <p:cNvSpPr/>
              <p:nvPr/>
            </p:nvSpPr>
            <p:spPr>
              <a:xfrm>
                <a:off x="5790544" y="3045733"/>
                <a:ext cx="1152128" cy="2160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Digital Player</a:t>
                </a:r>
                <a:endPara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3" name="직사각형 22"/>
              <p:cNvSpPr/>
              <p:nvPr/>
            </p:nvSpPr>
            <p:spPr>
              <a:xfrm>
                <a:off x="2778784" y="3108588"/>
                <a:ext cx="1440160" cy="2880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b="1" i="1" dirty="0" smtClean="0">
                    <a:solidFill>
                      <a:srgbClr val="7A5D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BLACKBOX</a:t>
                </a:r>
                <a:endParaRPr lang="ko-KR" altLang="en-US" b="1" i="1" dirty="0">
                  <a:solidFill>
                    <a:srgbClr val="7A5D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5637002" y="2761288"/>
                <a:ext cx="1440160" cy="2880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b="1" i="1" dirty="0" smtClean="0">
                    <a:solidFill>
                      <a:srgbClr val="7A5D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BLACKBOX</a:t>
                </a:r>
                <a:endParaRPr lang="ko-KR" altLang="en-US" sz="1200" b="1" i="1" dirty="0">
                  <a:solidFill>
                    <a:srgbClr val="7A5D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6" name="직사각형 5"/>
            <p:cNvSpPr/>
            <p:nvPr/>
          </p:nvSpPr>
          <p:spPr>
            <a:xfrm>
              <a:off x="1437556" y="4782400"/>
              <a:ext cx="5904652" cy="252000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1437556" y="5034400"/>
              <a:ext cx="5904652" cy="2520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1403276" y="4734453"/>
              <a:ext cx="5938932" cy="45719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1437556" y="4581128"/>
              <a:ext cx="3915526" cy="184064"/>
            </a:xfrm>
            <a:prstGeom prst="rect">
              <a:avLst/>
            </a:prstGeom>
            <a:solidFill>
              <a:srgbClr val="292929"/>
            </a:solidFill>
            <a:ln w="3175"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437556" y="4397264"/>
              <a:ext cx="3915526" cy="184064"/>
            </a:xfrm>
            <a:prstGeom prst="rect">
              <a:avLst/>
            </a:prstGeom>
            <a:solidFill>
              <a:srgbClr val="333333"/>
            </a:solidFill>
            <a:ln w="3175" cmpd="sng"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5391008" y="3659313"/>
              <a:ext cx="1954800" cy="174333"/>
            </a:xfrm>
            <a:prstGeom prst="rect">
              <a:avLst/>
            </a:prstGeom>
            <a:solidFill>
              <a:srgbClr val="1C1C1C"/>
            </a:solidFill>
            <a:ln w="3175" cmpd="sng"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5391008" y="3679719"/>
              <a:ext cx="765168" cy="12837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b="1" dirty="0" smtClean="0"/>
                <a:t>파일이름</a:t>
              </a:r>
              <a:endParaRPr lang="ko-KR" altLang="en-US" sz="700" b="1" dirty="0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6156176" y="3679719"/>
              <a:ext cx="576064" cy="12837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b="1" dirty="0" smtClean="0"/>
                <a:t>날짜</a:t>
              </a:r>
              <a:endParaRPr lang="ko-KR" altLang="en-US" sz="700" b="1" dirty="0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6732240" y="3679719"/>
              <a:ext cx="504056" cy="12837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b="1" dirty="0" smtClean="0"/>
                <a:t>크기</a:t>
              </a:r>
              <a:endParaRPr lang="ko-KR" altLang="en-US" sz="700" b="1" dirty="0"/>
            </a:p>
          </p:txBody>
        </p:sp>
        <p:sp>
          <p:nvSpPr>
            <p:cNvPr id="189" name="직사각형 188"/>
            <p:cNvSpPr/>
            <p:nvPr/>
          </p:nvSpPr>
          <p:spPr>
            <a:xfrm>
              <a:off x="5391008" y="3846199"/>
              <a:ext cx="1954800" cy="888254"/>
            </a:xfrm>
            <a:prstGeom prst="rect">
              <a:avLst/>
            </a:prstGeom>
            <a:solidFill>
              <a:srgbClr val="1C1C1C"/>
            </a:solidFill>
            <a:ln w="3175" cmpd="sng"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6" name="모서리가 둥근 직사각형 35"/>
          <p:cNvSpPr/>
          <p:nvPr/>
        </p:nvSpPr>
        <p:spPr>
          <a:xfrm>
            <a:off x="6942672" y="1677179"/>
            <a:ext cx="399536" cy="167645"/>
          </a:xfrm>
          <a:prstGeom prst="roundRect">
            <a:avLst>
              <a:gd name="adj" fmla="val 11363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모서리가 둥근 직사각형 36"/>
          <p:cNvSpPr/>
          <p:nvPr/>
        </p:nvSpPr>
        <p:spPr>
          <a:xfrm>
            <a:off x="6377408" y="1931688"/>
            <a:ext cx="964800" cy="215271"/>
          </a:xfrm>
          <a:prstGeom prst="roundRect">
            <a:avLst>
              <a:gd name="adj" fmla="val 11363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2000" b="1" dirty="0">
              <a:solidFill>
                <a:srgbClr val="FFDC64"/>
              </a:solidFill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5391008" y="1931688"/>
            <a:ext cx="964800" cy="215271"/>
          </a:xfrm>
          <a:prstGeom prst="roundRect">
            <a:avLst>
              <a:gd name="adj" fmla="val 11363"/>
            </a:avLst>
          </a:prstGeom>
          <a:gradFill>
            <a:gsLst>
              <a:gs pos="85000">
                <a:schemeClr val="accent6"/>
              </a:gs>
              <a:gs pos="25000">
                <a:srgbClr val="FFC000"/>
              </a:gs>
            </a:gsLst>
            <a:lin ang="5400000" scaled="0"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ko-KR" sz="2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5004047" y="1931688"/>
            <a:ext cx="345871" cy="218147"/>
          </a:xfrm>
          <a:prstGeom prst="roundRect">
            <a:avLst>
              <a:gd name="adj" fmla="val 11363"/>
            </a:avLst>
          </a:prstGeom>
          <a:gradFill>
            <a:gsLst>
              <a:gs pos="100000">
                <a:srgbClr val="FFC000"/>
              </a:gs>
              <a:gs pos="50000">
                <a:schemeClr val="accent6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0800000" scaled="1"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모서리가 둥근 직사각형 39"/>
          <p:cNvSpPr/>
          <p:nvPr/>
        </p:nvSpPr>
        <p:spPr>
          <a:xfrm>
            <a:off x="4395472" y="1931688"/>
            <a:ext cx="345871" cy="218147"/>
          </a:xfrm>
          <a:prstGeom prst="roundRect">
            <a:avLst>
              <a:gd name="adj" fmla="val 11363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3995936" y="1931688"/>
            <a:ext cx="345871" cy="218147"/>
          </a:xfrm>
          <a:prstGeom prst="roundRect">
            <a:avLst>
              <a:gd name="adj" fmla="val 11363"/>
            </a:avLst>
          </a:prstGeom>
          <a:solidFill>
            <a:schemeClr val="bg1">
              <a:alpha val="2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이등변 삼각형 42"/>
          <p:cNvSpPr/>
          <p:nvPr/>
        </p:nvSpPr>
        <p:spPr>
          <a:xfrm rot="5400000">
            <a:off x="1840545" y="4897510"/>
            <a:ext cx="315000" cy="271552"/>
          </a:xfrm>
          <a:prstGeom prst="triangle">
            <a:avLst/>
          </a:prstGeom>
          <a:gradFill flip="none" rotWithShape="1">
            <a:gsLst>
              <a:gs pos="25000">
                <a:srgbClr val="FFC000"/>
              </a:gs>
              <a:gs pos="85000">
                <a:schemeClr val="accent6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모서리가 둥근 직사각형 24"/>
          <p:cNvSpPr/>
          <p:nvPr/>
        </p:nvSpPr>
        <p:spPr>
          <a:xfrm>
            <a:off x="2948339" y="4967927"/>
            <a:ext cx="144235" cy="132945"/>
          </a:xfrm>
          <a:prstGeom prst="roundRect">
            <a:avLst/>
          </a:prstGeom>
          <a:gradFill flip="none" rotWithShape="1">
            <a:gsLst>
              <a:gs pos="100000">
                <a:srgbClr val="FFC000"/>
              </a:gs>
              <a:gs pos="50000">
                <a:schemeClr val="accent6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2512911" y="4907286"/>
            <a:ext cx="182116" cy="252000"/>
            <a:chOff x="2157636" y="4908400"/>
            <a:chExt cx="182116" cy="252000"/>
          </a:xfrm>
        </p:grpSpPr>
        <p:sp>
          <p:nvSpPr>
            <p:cNvPr id="26" name="모서리가 둥근 직사각형 25"/>
            <p:cNvSpPr/>
            <p:nvPr/>
          </p:nvSpPr>
          <p:spPr>
            <a:xfrm>
              <a:off x="2157636" y="4908400"/>
              <a:ext cx="72008" cy="252000"/>
            </a:xfrm>
            <a:prstGeom prst="roundRect">
              <a:avLst/>
            </a:prstGeom>
            <a:gradFill flip="none" rotWithShape="1">
              <a:gsLst>
                <a:gs pos="100000">
                  <a:srgbClr val="FFC000"/>
                </a:gs>
                <a:gs pos="50000">
                  <a:schemeClr val="accent6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모서리가 둥근 직사각형 46"/>
            <p:cNvSpPr/>
            <p:nvPr/>
          </p:nvSpPr>
          <p:spPr>
            <a:xfrm>
              <a:off x="2267744" y="4908400"/>
              <a:ext cx="72008" cy="252000"/>
            </a:xfrm>
            <a:prstGeom prst="roundRect">
              <a:avLst/>
            </a:prstGeom>
            <a:gradFill flip="none" rotWithShape="1">
              <a:gsLst>
                <a:gs pos="100000">
                  <a:srgbClr val="FFC000"/>
                </a:gs>
                <a:gs pos="50000">
                  <a:schemeClr val="accent6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3257211" y="4955093"/>
            <a:ext cx="276215" cy="158614"/>
            <a:chOff x="3620321" y="4875786"/>
            <a:chExt cx="548550" cy="315000"/>
          </a:xfrm>
        </p:grpSpPr>
        <p:sp>
          <p:nvSpPr>
            <p:cNvPr id="48" name="이등변 삼각형 47"/>
            <p:cNvSpPr/>
            <p:nvPr/>
          </p:nvSpPr>
          <p:spPr>
            <a:xfrm rot="5400000">
              <a:off x="3598597" y="4897510"/>
              <a:ext cx="315000" cy="271552"/>
            </a:xfrm>
            <a:prstGeom prst="triangle">
              <a:avLst/>
            </a:prstGeom>
            <a:gradFill flip="none" rotWithShape="1">
              <a:gsLst>
                <a:gs pos="25000">
                  <a:srgbClr val="FFC000"/>
                </a:gs>
                <a:gs pos="85000">
                  <a:schemeClr val="accent6"/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이등변 삼각형 48"/>
            <p:cNvSpPr/>
            <p:nvPr/>
          </p:nvSpPr>
          <p:spPr>
            <a:xfrm rot="5400000">
              <a:off x="3875595" y="4897510"/>
              <a:ext cx="315000" cy="271552"/>
            </a:xfrm>
            <a:prstGeom prst="triangle">
              <a:avLst/>
            </a:prstGeom>
            <a:gradFill flip="none" rotWithShape="1">
              <a:gsLst>
                <a:gs pos="25000">
                  <a:srgbClr val="FFC000"/>
                </a:gs>
                <a:gs pos="85000">
                  <a:schemeClr val="accent6"/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3" name="그룹 52"/>
          <p:cNvGrpSpPr/>
          <p:nvPr/>
        </p:nvGrpSpPr>
        <p:grpSpPr>
          <a:xfrm flipH="1">
            <a:off x="3617497" y="4967927"/>
            <a:ext cx="277200" cy="158614"/>
            <a:chOff x="3620321" y="4875786"/>
            <a:chExt cx="548550" cy="315000"/>
          </a:xfrm>
        </p:grpSpPr>
        <p:sp>
          <p:nvSpPr>
            <p:cNvPr id="54" name="이등변 삼각형 53"/>
            <p:cNvSpPr/>
            <p:nvPr/>
          </p:nvSpPr>
          <p:spPr>
            <a:xfrm rot="5400000">
              <a:off x="3598597" y="4897510"/>
              <a:ext cx="315000" cy="271552"/>
            </a:xfrm>
            <a:prstGeom prst="triangle">
              <a:avLst/>
            </a:prstGeom>
            <a:gradFill flip="none" rotWithShape="1">
              <a:gsLst>
                <a:gs pos="25000">
                  <a:srgbClr val="FFC000"/>
                </a:gs>
                <a:gs pos="85000">
                  <a:schemeClr val="accent6"/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이등변 삼각형 54"/>
            <p:cNvSpPr/>
            <p:nvPr/>
          </p:nvSpPr>
          <p:spPr>
            <a:xfrm rot="5400000">
              <a:off x="3875595" y="4897510"/>
              <a:ext cx="315000" cy="271552"/>
            </a:xfrm>
            <a:prstGeom prst="triangle">
              <a:avLst/>
            </a:prstGeom>
            <a:gradFill flip="none" rotWithShape="1">
              <a:gsLst>
                <a:gs pos="25000">
                  <a:srgbClr val="FFC000"/>
                </a:gs>
                <a:gs pos="85000">
                  <a:schemeClr val="accent6"/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4302845" y="4955093"/>
            <a:ext cx="193528" cy="158614"/>
            <a:chOff x="4302845" y="4955093"/>
            <a:chExt cx="193528" cy="158614"/>
          </a:xfrm>
        </p:grpSpPr>
        <p:sp>
          <p:nvSpPr>
            <p:cNvPr id="60" name="이등변 삼각형 59"/>
            <p:cNvSpPr/>
            <p:nvPr/>
          </p:nvSpPr>
          <p:spPr>
            <a:xfrm rot="5400000">
              <a:off x="4291906" y="4966032"/>
              <a:ext cx="158614" cy="136736"/>
            </a:xfrm>
            <a:prstGeom prst="triangle">
              <a:avLst/>
            </a:prstGeom>
            <a:gradFill flip="none" rotWithShape="1">
              <a:gsLst>
                <a:gs pos="25000">
                  <a:srgbClr val="FFC000"/>
                </a:gs>
                <a:gs pos="85000">
                  <a:schemeClr val="accent6"/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모서리가 둥근 직사각형 61"/>
            <p:cNvSpPr/>
            <p:nvPr/>
          </p:nvSpPr>
          <p:spPr>
            <a:xfrm>
              <a:off x="4450654" y="4955093"/>
              <a:ext cx="45719" cy="158614"/>
            </a:xfrm>
            <a:prstGeom prst="roundRect">
              <a:avLst/>
            </a:prstGeom>
            <a:gradFill flip="none" rotWithShape="1">
              <a:gsLst>
                <a:gs pos="100000">
                  <a:srgbClr val="FFC000"/>
                </a:gs>
                <a:gs pos="50000">
                  <a:schemeClr val="accent6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3" name="그룹 62"/>
          <p:cNvGrpSpPr/>
          <p:nvPr/>
        </p:nvGrpSpPr>
        <p:grpSpPr>
          <a:xfrm flipH="1">
            <a:off x="4644007" y="4955093"/>
            <a:ext cx="194400" cy="158614"/>
            <a:chOff x="4302845" y="4955093"/>
            <a:chExt cx="193528" cy="158614"/>
          </a:xfrm>
        </p:grpSpPr>
        <p:sp>
          <p:nvSpPr>
            <p:cNvPr id="64" name="이등변 삼각형 63"/>
            <p:cNvSpPr/>
            <p:nvPr/>
          </p:nvSpPr>
          <p:spPr>
            <a:xfrm rot="5400000">
              <a:off x="4291906" y="4966032"/>
              <a:ext cx="158614" cy="136736"/>
            </a:xfrm>
            <a:prstGeom prst="triangle">
              <a:avLst/>
            </a:prstGeom>
            <a:gradFill flip="none" rotWithShape="1">
              <a:gsLst>
                <a:gs pos="25000">
                  <a:srgbClr val="FFC000"/>
                </a:gs>
                <a:gs pos="85000">
                  <a:schemeClr val="accent6"/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모서리가 둥근 직사각형 64"/>
            <p:cNvSpPr/>
            <p:nvPr/>
          </p:nvSpPr>
          <p:spPr>
            <a:xfrm>
              <a:off x="4450654" y="4955093"/>
              <a:ext cx="45719" cy="158614"/>
            </a:xfrm>
            <a:prstGeom prst="roundRect">
              <a:avLst/>
            </a:prstGeom>
            <a:gradFill flip="none" rotWithShape="1">
              <a:gsLst>
                <a:gs pos="100000">
                  <a:srgbClr val="FFC000"/>
                </a:gs>
                <a:gs pos="50000">
                  <a:schemeClr val="accent6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7" name="그룹 66"/>
          <p:cNvGrpSpPr/>
          <p:nvPr/>
        </p:nvGrpSpPr>
        <p:grpSpPr>
          <a:xfrm rot="5400000">
            <a:off x="2339232" y="2532943"/>
            <a:ext cx="175976" cy="178659"/>
            <a:chOff x="5029362" y="1975538"/>
            <a:chExt cx="237599" cy="241222"/>
          </a:xfrm>
        </p:grpSpPr>
        <p:sp>
          <p:nvSpPr>
            <p:cNvPr id="68" name="오른쪽 화살표 67"/>
            <p:cNvSpPr/>
            <p:nvPr/>
          </p:nvSpPr>
          <p:spPr>
            <a:xfrm>
              <a:off x="5122962" y="1975538"/>
              <a:ext cx="143999" cy="144000"/>
            </a:xfrm>
            <a:prstGeom prst="rightArrow">
              <a:avLst/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오른쪽 화살표 68"/>
            <p:cNvSpPr/>
            <p:nvPr/>
          </p:nvSpPr>
          <p:spPr>
            <a:xfrm flipH="1">
              <a:off x="5029362" y="2072760"/>
              <a:ext cx="144000" cy="144000"/>
            </a:xfrm>
            <a:prstGeom prst="rightArrow">
              <a:avLst/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0" name="그룹 69"/>
          <p:cNvGrpSpPr/>
          <p:nvPr/>
        </p:nvGrpSpPr>
        <p:grpSpPr>
          <a:xfrm>
            <a:off x="2082859" y="2537842"/>
            <a:ext cx="175976" cy="178659"/>
            <a:chOff x="5029362" y="1975538"/>
            <a:chExt cx="237599" cy="241222"/>
          </a:xfrm>
        </p:grpSpPr>
        <p:sp>
          <p:nvSpPr>
            <p:cNvPr id="71" name="오른쪽 화살표 70"/>
            <p:cNvSpPr/>
            <p:nvPr/>
          </p:nvSpPr>
          <p:spPr>
            <a:xfrm>
              <a:off x="5122962" y="1975538"/>
              <a:ext cx="143999" cy="144000"/>
            </a:xfrm>
            <a:prstGeom prst="rightArrow">
              <a:avLst/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오른쪽 화살표 71"/>
            <p:cNvSpPr/>
            <p:nvPr/>
          </p:nvSpPr>
          <p:spPr>
            <a:xfrm flipH="1">
              <a:off x="5029362" y="2072760"/>
              <a:ext cx="144000" cy="144000"/>
            </a:xfrm>
            <a:prstGeom prst="rightArrow">
              <a:avLst/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4087443" y="1951431"/>
            <a:ext cx="175976" cy="178659"/>
            <a:chOff x="5029362" y="1975538"/>
            <a:chExt cx="237599" cy="241222"/>
          </a:xfrm>
        </p:grpSpPr>
        <p:sp>
          <p:nvSpPr>
            <p:cNvPr id="74" name="오른쪽 화살표 73"/>
            <p:cNvSpPr/>
            <p:nvPr/>
          </p:nvSpPr>
          <p:spPr>
            <a:xfrm>
              <a:off x="5122962" y="1975538"/>
              <a:ext cx="143999" cy="144000"/>
            </a:xfrm>
            <a:prstGeom prst="rightArrow">
              <a:avLst/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오른쪽 화살표 74"/>
            <p:cNvSpPr/>
            <p:nvPr/>
          </p:nvSpPr>
          <p:spPr>
            <a:xfrm flipH="1">
              <a:off x="5029362" y="2072760"/>
              <a:ext cx="144000" cy="144000"/>
            </a:xfrm>
            <a:prstGeom prst="rightArrow">
              <a:avLst/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6" name="그룹 75"/>
          <p:cNvGrpSpPr/>
          <p:nvPr/>
        </p:nvGrpSpPr>
        <p:grpSpPr>
          <a:xfrm>
            <a:off x="4484011" y="1951431"/>
            <a:ext cx="175976" cy="178659"/>
            <a:chOff x="5029362" y="1975538"/>
            <a:chExt cx="237599" cy="241222"/>
          </a:xfrm>
        </p:grpSpPr>
        <p:sp>
          <p:nvSpPr>
            <p:cNvPr id="77" name="오른쪽 화살표 76"/>
            <p:cNvSpPr/>
            <p:nvPr/>
          </p:nvSpPr>
          <p:spPr>
            <a:xfrm>
              <a:off x="5122962" y="1975538"/>
              <a:ext cx="143999" cy="144000"/>
            </a:xfrm>
            <a:prstGeom prst="rightArrow">
              <a:avLst/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오른쪽 화살표 77"/>
            <p:cNvSpPr/>
            <p:nvPr/>
          </p:nvSpPr>
          <p:spPr>
            <a:xfrm flipH="1">
              <a:off x="5029362" y="2072760"/>
              <a:ext cx="144000" cy="144000"/>
            </a:xfrm>
            <a:prstGeom prst="rightArrow">
              <a:avLst/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5088994" y="1951431"/>
            <a:ext cx="175976" cy="178659"/>
            <a:chOff x="5029362" y="1975538"/>
            <a:chExt cx="237599" cy="241222"/>
          </a:xfrm>
        </p:grpSpPr>
        <p:sp>
          <p:nvSpPr>
            <p:cNvPr id="80" name="오른쪽 화살표 79"/>
            <p:cNvSpPr/>
            <p:nvPr/>
          </p:nvSpPr>
          <p:spPr>
            <a:xfrm>
              <a:off x="5122962" y="1975538"/>
              <a:ext cx="143999" cy="144000"/>
            </a:xfrm>
            <a:prstGeom prst="rightArrow">
              <a:avLst/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오른쪽 화살표 80"/>
            <p:cNvSpPr/>
            <p:nvPr/>
          </p:nvSpPr>
          <p:spPr>
            <a:xfrm flipH="1">
              <a:off x="5029362" y="2072760"/>
              <a:ext cx="144000" cy="144000"/>
            </a:xfrm>
            <a:prstGeom prst="rightArrow">
              <a:avLst/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3" name="모서리가 둥근 직사각형 82"/>
          <p:cNvSpPr/>
          <p:nvPr/>
        </p:nvSpPr>
        <p:spPr>
          <a:xfrm>
            <a:off x="3184541" y="2587611"/>
            <a:ext cx="345871" cy="218147"/>
          </a:xfrm>
          <a:prstGeom prst="roundRect">
            <a:avLst>
              <a:gd name="adj" fmla="val 11363"/>
            </a:avLst>
          </a:prstGeom>
          <a:solidFill>
            <a:schemeClr val="bg1">
              <a:alpha val="6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3" name="그룹 32"/>
          <p:cNvGrpSpPr/>
          <p:nvPr/>
        </p:nvGrpSpPr>
        <p:grpSpPr>
          <a:xfrm>
            <a:off x="3275414" y="2616116"/>
            <a:ext cx="164124" cy="161136"/>
            <a:chOff x="2659023" y="2451285"/>
            <a:chExt cx="263777" cy="258975"/>
          </a:xfrm>
        </p:grpSpPr>
        <p:sp>
          <p:nvSpPr>
            <p:cNvPr id="30" name="직사각형 29"/>
            <p:cNvSpPr/>
            <p:nvPr/>
          </p:nvSpPr>
          <p:spPr>
            <a:xfrm>
              <a:off x="2659023" y="2587611"/>
              <a:ext cx="119761" cy="122649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/>
            <p:cNvSpPr/>
            <p:nvPr/>
          </p:nvSpPr>
          <p:spPr>
            <a:xfrm>
              <a:off x="2734140" y="2451285"/>
              <a:ext cx="188660" cy="193209"/>
            </a:xfrm>
            <a:prstGeom prst="rect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오른쪽 화살표 30"/>
            <p:cNvSpPr/>
            <p:nvPr/>
          </p:nvSpPr>
          <p:spPr>
            <a:xfrm rot="18900000">
              <a:off x="2695053" y="2519215"/>
              <a:ext cx="184604" cy="138261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8" name="그룹 87"/>
          <p:cNvGrpSpPr/>
          <p:nvPr/>
        </p:nvGrpSpPr>
        <p:grpSpPr>
          <a:xfrm rot="5400000">
            <a:off x="2339232" y="2884898"/>
            <a:ext cx="175976" cy="178659"/>
            <a:chOff x="5029362" y="1975538"/>
            <a:chExt cx="237599" cy="241222"/>
          </a:xfrm>
          <a:solidFill>
            <a:srgbClr val="FFC000"/>
          </a:solidFill>
        </p:grpSpPr>
        <p:sp>
          <p:nvSpPr>
            <p:cNvPr id="89" name="오른쪽 화살표 88"/>
            <p:cNvSpPr/>
            <p:nvPr/>
          </p:nvSpPr>
          <p:spPr>
            <a:xfrm>
              <a:off x="5122962" y="1975538"/>
              <a:ext cx="143999" cy="144000"/>
            </a:xfrm>
            <a:prstGeom prst="rightArrow">
              <a:avLst/>
            </a:prstGeom>
            <a:grpFill/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오른쪽 화살표 89"/>
            <p:cNvSpPr/>
            <p:nvPr/>
          </p:nvSpPr>
          <p:spPr>
            <a:xfrm flipH="1">
              <a:off x="5029362" y="2072760"/>
              <a:ext cx="144000" cy="144000"/>
            </a:xfrm>
            <a:prstGeom prst="rightArrow">
              <a:avLst/>
            </a:prstGeom>
            <a:grpFill/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1" name="그룹 90"/>
          <p:cNvGrpSpPr/>
          <p:nvPr/>
        </p:nvGrpSpPr>
        <p:grpSpPr>
          <a:xfrm>
            <a:off x="2082859" y="2889797"/>
            <a:ext cx="175976" cy="178659"/>
            <a:chOff x="5029362" y="1975538"/>
            <a:chExt cx="237599" cy="241222"/>
          </a:xfrm>
          <a:solidFill>
            <a:srgbClr val="FFC000"/>
          </a:solidFill>
        </p:grpSpPr>
        <p:sp>
          <p:nvSpPr>
            <p:cNvPr id="92" name="오른쪽 화살표 91"/>
            <p:cNvSpPr/>
            <p:nvPr/>
          </p:nvSpPr>
          <p:spPr>
            <a:xfrm>
              <a:off x="5122962" y="1975538"/>
              <a:ext cx="143999" cy="144000"/>
            </a:xfrm>
            <a:prstGeom prst="rightArrow">
              <a:avLst/>
            </a:prstGeom>
            <a:grpFill/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오른쪽 화살표 92"/>
            <p:cNvSpPr/>
            <p:nvPr/>
          </p:nvSpPr>
          <p:spPr>
            <a:xfrm flipH="1">
              <a:off x="5029362" y="2072760"/>
              <a:ext cx="144000" cy="144000"/>
            </a:xfrm>
            <a:prstGeom prst="rightArrow">
              <a:avLst/>
            </a:prstGeom>
            <a:grpFill/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4" name="모서리가 둥근 직사각형 93"/>
          <p:cNvSpPr/>
          <p:nvPr/>
        </p:nvSpPr>
        <p:spPr>
          <a:xfrm>
            <a:off x="3187555" y="2846489"/>
            <a:ext cx="345871" cy="218147"/>
          </a:xfrm>
          <a:prstGeom prst="roundRect">
            <a:avLst>
              <a:gd name="adj" fmla="val 11363"/>
            </a:avLst>
          </a:prstGeom>
          <a:gradFill>
            <a:gsLst>
              <a:gs pos="100000">
                <a:srgbClr val="FFC000"/>
              </a:gs>
              <a:gs pos="50000">
                <a:schemeClr val="accent6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0800000" scaled="1"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5" name="그룹 94"/>
          <p:cNvGrpSpPr/>
          <p:nvPr/>
        </p:nvGrpSpPr>
        <p:grpSpPr>
          <a:xfrm>
            <a:off x="2081105" y="3123680"/>
            <a:ext cx="161743" cy="163517"/>
            <a:chOff x="2659023" y="2447458"/>
            <a:chExt cx="259951" cy="262802"/>
          </a:xfrm>
        </p:grpSpPr>
        <p:sp>
          <p:nvSpPr>
            <p:cNvPr id="96" name="직사각형 95"/>
            <p:cNvSpPr/>
            <p:nvPr/>
          </p:nvSpPr>
          <p:spPr>
            <a:xfrm>
              <a:off x="2659023" y="2587611"/>
              <a:ext cx="119761" cy="122649"/>
            </a:xfrm>
            <a:prstGeom prst="rect">
              <a:avLst/>
            </a:prstGeom>
            <a:no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2730313" y="2447458"/>
              <a:ext cx="188661" cy="193209"/>
            </a:xfrm>
            <a:prstGeom prst="rect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오른쪽 화살표 97"/>
            <p:cNvSpPr/>
            <p:nvPr/>
          </p:nvSpPr>
          <p:spPr>
            <a:xfrm rot="18900000">
              <a:off x="2733320" y="2477122"/>
              <a:ext cx="184604" cy="138261"/>
            </a:xfrm>
            <a:prstGeom prst="right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9" name="모서리가 둥근 직사각형 98"/>
          <p:cNvSpPr/>
          <p:nvPr/>
        </p:nvSpPr>
        <p:spPr>
          <a:xfrm>
            <a:off x="3187555" y="2312402"/>
            <a:ext cx="345871" cy="218147"/>
          </a:xfrm>
          <a:prstGeom prst="roundRect">
            <a:avLst>
              <a:gd name="adj" fmla="val 11363"/>
            </a:avLst>
          </a:prstGeom>
          <a:gradFill>
            <a:gsLst>
              <a:gs pos="100000">
                <a:srgbClr val="FFC000">
                  <a:alpha val="50000"/>
                </a:srgbClr>
              </a:gs>
              <a:gs pos="50000">
                <a:schemeClr val="accent6">
                  <a:alpha val="5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0800000" scaled="1"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0" name="그룹 99"/>
          <p:cNvGrpSpPr/>
          <p:nvPr/>
        </p:nvGrpSpPr>
        <p:grpSpPr>
          <a:xfrm>
            <a:off x="3275414" y="2340907"/>
            <a:ext cx="164124" cy="161136"/>
            <a:chOff x="2659023" y="2451285"/>
            <a:chExt cx="263777" cy="258975"/>
          </a:xfrm>
        </p:grpSpPr>
        <p:sp>
          <p:nvSpPr>
            <p:cNvPr id="101" name="직사각형 100"/>
            <p:cNvSpPr/>
            <p:nvPr/>
          </p:nvSpPr>
          <p:spPr>
            <a:xfrm>
              <a:off x="2659023" y="2587611"/>
              <a:ext cx="119761" cy="122649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직사각형 101"/>
            <p:cNvSpPr/>
            <p:nvPr/>
          </p:nvSpPr>
          <p:spPr>
            <a:xfrm>
              <a:off x="2734140" y="2451285"/>
              <a:ext cx="188660" cy="193209"/>
            </a:xfrm>
            <a:prstGeom prst="rect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오른쪽 화살표 102"/>
            <p:cNvSpPr/>
            <p:nvPr/>
          </p:nvSpPr>
          <p:spPr>
            <a:xfrm rot="18900000">
              <a:off x="2695053" y="2519215"/>
              <a:ext cx="184604" cy="138261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4" name="모서리가 둥근 직사각형 103"/>
          <p:cNvSpPr/>
          <p:nvPr/>
        </p:nvSpPr>
        <p:spPr>
          <a:xfrm>
            <a:off x="2743689" y="2587611"/>
            <a:ext cx="345871" cy="218147"/>
          </a:xfrm>
          <a:prstGeom prst="roundRect">
            <a:avLst>
              <a:gd name="adj" fmla="val 11363"/>
            </a:avLst>
          </a:prstGeom>
          <a:solidFill>
            <a:schemeClr val="bg1">
              <a:alpha val="6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모서리가 둥근 직사각형 104"/>
          <p:cNvSpPr/>
          <p:nvPr/>
        </p:nvSpPr>
        <p:spPr>
          <a:xfrm>
            <a:off x="2746703" y="2846489"/>
            <a:ext cx="345871" cy="218147"/>
          </a:xfrm>
          <a:prstGeom prst="roundRect">
            <a:avLst>
              <a:gd name="adj" fmla="val 11363"/>
            </a:avLst>
          </a:prstGeom>
          <a:gradFill flip="none" rotWithShape="1">
            <a:gsLst>
              <a:gs pos="100000">
                <a:srgbClr val="FFC000"/>
              </a:gs>
              <a:gs pos="50000">
                <a:schemeClr val="accent6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모서리가 둥근 직사각형 105"/>
          <p:cNvSpPr/>
          <p:nvPr/>
        </p:nvSpPr>
        <p:spPr>
          <a:xfrm>
            <a:off x="2746703" y="2312402"/>
            <a:ext cx="345871" cy="218147"/>
          </a:xfrm>
          <a:prstGeom prst="roundRect">
            <a:avLst>
              <a:gd name="adj" fmla="val 11363"/>
            </a:avLst>
          </a:prstGeom>
          <a:gradFill>
            <a:gsLst>
              <a:gs pos="100000">
                <a:srgbClr val="FFC000">
                  <a:alpha val="50000"/>
                </a:srgbClr>
              </a:gs>
              <a:gs pos="50000">
                <a:schemeClr val="accent6">
                  <a:alpha val="5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0800000" scaled="1"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7" name="그룹 106"/>
          <p:cNvGrpSpPr/>
          <p:nvPr/>
        </p:nvGrpSpPr>
        <p:grpSpPr>
          <a:xfrm rot="5400000">
            <a:off x="2834811" y="2336858"/>
            <a:ext cx="175976" cy="178659"/>
            <a:chOff x="5029362" y="1975538"/>
            <a:chExt cx="237599" cy="241222"/>
          </a:xfrm>
        </p:grpSpPr>
        <p:sp>
          <p:nvSpPr>
            <p:cNvPr id="108" name="오른쪽 화살표 107"/>
            <p:cNvSpPr/>
            <p:nvPr/>
          </p:nvSpPr>
          <p:spPr>
            <a:xfrm>
              <a:off x="5122962" y="1975538"/>
              <a:ext cx="143999" cy="144000"/>
            </a:xfrm>
            <a:prstGeom prst="rightArrow">
              <a:avLst/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오른쪽 화살표 108"/>
            <p:cNvSpPr/>
            <p:nvPr/>
          </p:nvSpPr>
          <p:spPr>
            <a:xfrm flipH="1">
              <a:off x="5029362" y="2072760"/>
              <a:ext cx="144000" cy="144000"/>
            </a:xfrm>
            <a:prstGeom prst="rightArrow">
              <a:avLst/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0" name="그룹 109"/>
          <p:cNvGrpSpPr/>
          <p:nvPr/>
        </p:nvGrpSpPr>
        <p:grpSpPr>
          <a:xfrm rot="5400000">
            <a:off x="2834811" y="2608508"/>
            <a:ext cx="175976" cy="178659"/>
            <a:chOff x="5029362" y="1975538"/>
            <a:chExt cx="237599" cy="241222"/>
          </a:xfrm>
        </p:grpSpPr>
        <p:sp>
          <p:nvSpPr>
            <p:cNvPr id="111" name="오른쪽 화살표 110"/>
            <p:cNvSpPr/>
            <p:nvPr/>
          </p:nvSpPr>
          <p:spPr>
            <a:xfrm>
              <a:off x="5122962" y="1975538"/>
              <a:ext cx="143999" cy="144000"/>
            </a:xfrm>
            <a:prstGeom prst="rightArrow">
              <a:avLst/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오른쪽 화살표 111"/>
            <p:cNvSpPr/>
            <p:nvPr/>
          </p:nvSpPr>
          <p:spPr>
            <a:xfrm flipH="1">
              <a:off x="5029362" y="2072760"/>
              <a:ext cx="144000" cy="144000"/>
            </a:xfrm>
            <a:prstGeom prst="rightArrow">
              <a:avLst/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3" name="그룹 112"/>
          <p:cNvGrpSpPr/>
          <p:nvPr/>
        </p:nvGrpSpPr>
        <p:grpSpPr>
          <a:xfrm rot="5400000">
            <a:off x="2834811" y="2866233"/>
            <a:ext cx="175976" cy="178659"/>
            <a:chOff x="5029362" y="1975538"/>
            <a:chExt cx="237599" cy="241222"/>
          </a:xfrm>
        </p:grpSpPr>
        <p:sp>
          <p:nvSpPr>
            <p:cNvPr id="114" name="오른쪽 화살표 113"/>
            <p:cNvSpPr/>
            <p:nvPr/>
          </p:nvSpPr>
          <p:spPr>
            <a:xfrm>
              <a:off x="5122962" y="1975538"/>
              <a:ext cx="143999" cy="144000"/>
            </a:xfrm>
            <a:prstGeom prst="rightArrow">
              <a:avLst/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오른쪽 화살표 114"/>
            <p:cNvSpPr/>
            <p:nvPr/>
          </p:nvSpPr>
          <p:spPr>
            <a:xfrm flipH="1">
              <a:off x="5029362" y="2072760"/>
              <a:ext cx="144000" cy="144000"/>
            </a:xfrm>
            <a:prstGeom prst="rightArrow">
              <a:avLst/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4" name="모서리가 둥근 직사각형 33"/>
          <p:cNvSpPr/>
          <p:nvPr/>
        </p:nvSpPr>
        <p:spPr>
          <a:xfrm>
            <a:off x="1732964" y="3068406"/>
            <a:ext cx="151000" cy="45719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곱셈 기호 34"/>
          <p:cNvSpPr/>
          <p:nvPr/>
        </p:nvSpPr>
        <p:spPr>
          <a:xfrm>
            <a:off x="1688255" y="3123680"/>
            <a:ext cx="190389" cy="190389"/>
          </a:xfrm>
          <a:prstGeom prst="mathMultiply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곱셈 기호 116"/>
          <p:cNvSpPr/>
          <p:nvPr/>
        </p:nvSpPr>
        <p:spPr>
          <a:xfrm>
            <a:off x="7047245" y="1665806"/>
            <a:ext cx="190389" cy="190389"/>
          </a:xfrm>
          <a:prstGeom prst="mathMultiply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모서리가 둥근 직사각형 117"/>
          <p:cNvSpPr/>
          <p:nvPr/>
        </p:nvSpPr>
        <p:spPr>
          <a:xfrm>
            <a:off x="6523033" y="1677179"/>
            <a:ext cx="399536" cy="167645"/>
          </a:xfrm>
          <a:prstGeom prst="roundRect">
            <a:avLst>
              <a:gd name="adj" fmla="val 11363"/>
            </a:avLst>
          </a:prstGeom>
          <a:solidFill>
            <a:schemeClr val="bg1">
              <a:alpha val="1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6656740" y="1761001"/>
            <a:ext cx="151000" cy="45719"/>
          </a:xfrm>
          <a:prstGeom prst="round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모서리가 둥근 직사각형 120"/>
          <p:cNvSpPr/>
          <p:nvPr/>
        </p:nvSpPr>
        <p:spPr>
          <a:xfrm>
            <a:off x="6942672" y="2307704"/>
            <a:ext cx="399536" cy="167645"/>
          </a:xfrm>
          <a:prstGeom prst="roundRect">
            <a:avLst>
              <a:gd name="adj" fmla="val 11363"/>
            </a:avLst>
          </a:prstGeom>
          <a:solidFill>
            <a:schemeClr val="bg1">
              <a:alpha val="3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곱셈 기호 121"/>
          <p:cNvSpPr/>
          <p:nvPr/>
        </p:nvSpPr>
        <p:spPr>
          <a:xfrm>
            <a:off x="7047245" y="2296331"/>
            <a:ext cx="190389" cy="190389"/>
          </a:xfrm>
          <a:prstGeom prst="mathMultiply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4" name="그룹 123"/>
          <p:cNvGrpSpPr/>
          <p:nvPr/>
        </p:nvGrpSpPr>
        <p:grpSpPr>
          <a:xfrm>
            <a:off x="1917902" y="3377457"/>
            <a:ext cx="114726" cy="114726"/>
            <a:chOff x="2566335" y="3597518"/>
            <a:chExt cx="265477" cy="265477"/>
          </a:xfrm>
          <a:solidFill>
            <a:srgbClr val="FFC000"/>
          </a:solidFill>
        </p:grpSpPr>
        <p:sp>
          <p:nvSpPr>
            <p:cNvPr id="125" name="눈물 방울 124"/>
            <p:cNvSpPr/>
            <p:nvPr/>
          </p:nvSpPr>
          <p:spPr>
            <a:xfrm rot="8100000">
              <a:off x="2566335" y="3597518"/>
              <a:ext cx="265477" cy="265477"/>
            </a:xfrm>
            <a:prstGeom prst="teardrop">
              <a:avLst>
                <a:gd name="adj" fmla="val 17646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타원 125"/>
            <p:cNvSpPr/>
            <p:nvPr/>
          </p:nvSpPr>
          <p:spPr>
            <a:xfrm>
              <a:off x="2634886" y="3666069"/>
              <a:ext cx="128373" cy="12837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4" name="이등변 삼각형 143"/>
          <p:cNvSpPr/>
          <p:nvPr/>
        </p:nvSpPr>
        <p:spPr>
          <a:xfrm>
            <a:off x="4352373" y="4509120"/>
            <a:ext cx="167059" cy="144016"/>
          </a:xfrm>
          <a:prstGeom prst="triangle">
            <a:avLst/>
          </a:prstGeom>
          <a:gradFill flip="none" rotWithShape="1">
            <a:gsLst>
              <a:gs pos="100000">
                <a:srgbClr val="FFC000"/>
              </a:gs>
              <a:gs pos="50000">
                <a:schemeClr val="accent6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9" name="그룹 148"/>
          <p:cNvGrpSpPr/>
          <p:nvPr/>
        </p:nvGrpSpPr>
        <p:grpSpPr>
          <a:xfrm>
            <a:off x="5076629" y="4908400"/>
            <a:ext cx="158614" cy="176784"/>
            <a:chOff x="5076629" y="4908400"/>
            <a:chExt cx="158614" cy="176784"/>
          </a:xfrm>
        </p:grpSpPr>
        <p:sp>
          <p:nvSpPr>
            <p:cNvPr id="146" name="이등변 삼각형 145"/>
            <p:cNvSpPr/>
            <p:nvPr/>
          </p:nvSpPr>
          <p:spPr>
            <a:xfrm>
              <a:off x="5079468" y="4908400"/>
              <a:ext cx="148630" cy="113670"/>
            </a:xfrm>
            <a:prstGeom prst="triangle">
              <a:avLst/>
            </a:prstGeom>
            <a:gradFill flip="none" rotWithShape="1">
              <a:gsLst>
                <a:gs pos="25000">
                  <a:srgbClr val="FFC000"/>
                </a:gs>
                <a:gs pos="85000">
                  <a:schemeClr val="accent6"/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" name="모서리가 둥근 직사각형 146"/>
            <p:cNvSpPr/>
            <p:nvPr/>
          </p:nvSpPr>
          <p:spPr>
            <a:xfrm rot="16200000">
              <a:off x="5137936" y="4987877"/>
              <a:ext cx="36000" cy="158614"/>
            </a:xfrm>
            <a:prstGeom prst="roundRect">
              <a:avLst/>
            </a:prstGeom>
            <a:gradFill flip="none" rotWithShape="1">
              <a:gsLst>
                <a:gs pos="100000">
                  <a:srgbClr val="FFC000"/>
                </a:gs>
                <a:gs pos="50000">
                  <a:schemeClr val="accent6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3" name="그룹 162"/>
          <p:cNvGrpSpPr/>
          <p:nvPr/>
        </p:nvGrpSpPr>
        <p:grpSpPr>
          <a:xfrm>
            <a:off x="5292080" y="4903961"/>
            <a:ext cx="151583" cy="187749"/>
            <a:chOff x="5285583" y="4903962"/>
            <a:chExt cx="144016" cy="178377"/>
          </a:xfrm>
        </p:grpSpPr>
        <p:sp>
          <p:nvSpPr>
            <p:cNvPr id="151" name="한쪽 모서리가 잘린 사각형 150"/>
            <p:cNvSpPr/>
            <p:nvPr/>
          </p:nvSpPr>
          <p:spPr>
            <a:xfrm>
              <a:off x="5285583" y="4908400"/>
              <a:ext cx="144016" cy="173939"/>
            </a:xfrm>
            <a:prstGeom prst="snip1Rect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5" name="그룹 154"/>
            <p:cNvGrpSpPr/>
            <p:nvPr/>
          </p:nvGrpSpPr>
          <p:grpSpPr>
            <a:xfrm>
              <a:off x="5304646" y="4903962"/>
              <a:ext cx="104047" cy="61293"/>
              <a:chOff x="5238133" y="4654755"/>
              <a:chExt cx="268112" cy="157941"/>
            </a:xfrm>
          </p:grpSpPr>
          <p:sp>
            <p:nvSpPr>
              <p:cNvPr id="152" name="모서리가 둥근 직사각형 151"/>
              <p:cNvSpPr/>
              <p:nvPr/>
            </p:nvSpPr>
            <p:spPr>
              <a:xfrm>
                <a:off x="5238133" y="4654755"/>
                <a:ext cx="37692" cy="157941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3" name="모서리가 둥근 직사각형 152"/>
              <p:cNvSpPr/>
              <p:nvPr/>
            </p:nvSpPr>
            <p:spPr>
              <a:xfrm>
                <a:off x="5317007" y="4654755"/>
                <a:ext cx="37692" cy="157941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4" name="모서리가 둥근 직사각형 153"/>
              <p:cNvSpPr/>
              <p:nvPr/>
            </p:nvSpPr>
            <p:spPr>
              <a:xfrm>
                <a:off x="5395910" y="4654755"/>
                <a:ext cx="37692" cy="157941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6" name="모서리가 둥근 직사각형 155"/>
              <p:cNvSpPr/>
              <p:nvPr/>
            </p:nvSpPr>
            <p:spPr>
              <a:xfrm>
                <a:off x="5468553" y="4654755"/>
                <a:ext cx="37692" cy="157941"/>
              </a:xfrm>
              <a:prstGeom prst="round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60" name="그룹 159"/>
          <p:cNvGrpSpPr/>
          <p:nvPr/>
        </p:nvGrpSpPr>
        <p:grpSpPr>
          <a:xfrm>
            <a:off x="5492689" y="4907286"/>
            <a:ext cx="177898" cy="177898"/>
            <a:chOff x="5492689" y="4907286"/>
            <a:chExt cx="159124" cy="159124"/>
          </a:xfrm>
        </p:grpSpPr>
        <p:sp>
          <p:nvSpPr>
            <p:cNvPr id="157" name="타원 156"/>
            <p:cNvSpPr/>
            <p:nvPr/>
          </p:nvSpPr>
          <p:spPr>
            <a:xfrm>
              <a:off x="5492689" y="4907286"/>
              <a:ext cx="159124" cy="159124"/>
            </a:xfrm>
            <a:prstGeom prst="ellipse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" name="십자형 157"/>
            <p:cNvSpPr/>
            <p:nvPr/>
          </p:nvSpPr>
          <p:spPr>
            <a:xfrm>
              <a:off x="5518488" y="4934965"/>
              <a:ext cx="107525" cy="107525"/>
            </a:xfrm>
            <a:prstGeom prst="plus">
              <a:avLst>
                <a:gd name="adj" fmla="val 35556"/>
              </a:avLst>
            </a:prstGeom>
            <a:solidFill>
              <a:srgbClr val="FFC00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4" name="그룹 163"/>
          <p:cNvGrpSpPr/>
          <p:nvPr/>
        </p:nvGrpSpPr>
        <p:grpSpPr>
          <a:xfrm>
            <a:off x="5724128" y="4911102"/>
            <a:ext cx="216024" cy="171237"/>
            <a:chOff x="5724128" y="4911102"/>
            <a:chExt cx="216024" cy="171237"/>
          </a:xfrm>
        </p:grpSpPr>
        <p:sp>
          <p:nvSpPr>
            <p:cNvPr id="161" name="모서리가 둥근 직사각형 160"/>
            <p:cNvSpPr/>
            <p:nvPr/>
          </p:nvSpPr>
          <p:spPr>
            <a:xfrm>
              <a:off x="5724128" y="4911102"/>
              <a:ext cx="216024" cy="171237"/>
            </a:xfrm>
            <a:prstGeom prst="roundRect">
              <a:avLst>
                <a:gd name="adj" fmla="val 6932"/>
              </a:avLst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타원 161"/>
            <p:cNvSpPr/>
            <p:nvPr/>
          </p:nvSpPr>
          <p:spPr>
            <a:xfrm>
              <a:off x="5836902" y="4978702"/>
              <a:ext cx="71041" cy="71041"/>
            </a:xfrm>
            <a:prstGeom prst="ellipse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27" name="Picture 3" descr="D:\OFFICIALREPOS\CUSTOMER\DahaTech\images\source\Audio-Frequency-Icon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1" y="4921267"/>
            <a:ext cx="216024" cy="13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8" name="그룹 237"/>
          <p:cNvGrpSpPr/>
          <p:nvPr/>
        </p:nvGrpSpPr>
        <p:grpSpPr>
          <a:xfrm>
            <a:off x="2533694" y="3213940"/>
            <a:ext cx="159362" cy="163517"/>
            <a:chOff x="2659023" y="2447458"/>
            <a:chExt cx="256124" cy="262802"/>
          </a:xfrm>
        </p:grpSpPr>
        <p:sp>
          <p:nvSpPr>
            <p:cNvPr id="239" name="직사각형 238"/>
            <p:cNvSpPr/>
            <p:nvPr/>
          </p:nvSpPr>
          <p:spPr>
            <a:xfrm>
              <a:off x="2659023" y="2587611"/>
              <a:ext cx="119761" cy="122649"/>
            </a:xfrm>
            <a:prstGeom prst="rect">
              <a:avLst/>
            </a:prstGeom>
            <a:no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0" name="직사각형 239"/>
            <p:cNvSpPr/>
            <p:nvPr/>
          </p:nvSpPr>
          <p:spPr>
            <a:xfrm>
              <a:off x="2726486" y="2447458"/>
              <a:ext cx="188661" cy="193209"/>
            </a:xfrm>
            <a:prstGeom prst="rect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1" name="오른쪽 화살표 240"/>
            <p:cNvSpPr/>
            <p:nvPr/>
          </p:nvSpPr>
          <p:spPr>
            <a:xfrm rot="8100000">
              <a:off x="2660613" y="2546003"/>
              <a:ext cx="184604" cy="138261"/>
            </a:xfrm>
            <a:prstGeom prst="right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42" name="그룹 241"/>
          <p:cNvGrpSpPr/>
          <p:nvPr/>
        </p:nvGrpSpPr>
        <p:grpSpPr>
          <a:xfrm>
            <a:off x="2050703" y="3396071"/>
            <a:ext cx="264362" cy="120216"/>
            <a:chOff x="3635896" y="3909924"/>
            <a:chExt cx="264362" cy="120216"/>
          </a:xfrm>
        </p:grpSpPr>
        <p:sp>
          <p:nvSpPr>
            <p:cNvPr id="243" name="직사각형 242"/>
            <p:cNvSpPr/>
            <p:nvPr/>
          </p:nvSpPr>
          <p:spPr>
            <a:xfrm>
              <a:off x="3635896" y="3909924"/>
              <a:ext cx="117386" cy="120216"/>
            </a:xfrm>
            <a:prstGeom prst="rect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4" name="직사각형 243"/>
            <p:cNvSpPr/>
            <p:nvPr/>
          </p:nvSpPr>
          <p:spPr>
            <a:xfrm>
              <a:off x="3782872" y="3909924"/>
              <a:ext cx="117386" cy="120216"/>
            </a:xfrm>
            <a:prstGeom prst="rect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5" name="줄무늬가 있는 오른쪽 화살표 244"/>
            <p:cNvSpPr/>
            <p:nvPr/>
          </p:nvSpPr>
          <p:spPr>
            <a:xfrm>
              <a:off x="3648128" y="3934028"/>
              <a:ext cx="91862" cy="72008"/>
            </a:xfrm>
            <a:prstGeom prst="stripedRight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6" name="줄무늬가 있는 오른쪽 화살표 245"/>
            <p:cNvSpPr/>
            <p:nvPr/>
          </p:nvSpPr>
          <p:spPr>
            <a:xfrm flipH="1">
              <a:off x="3798072" y="3934028"/>
              <a:ext cx="93600" cy="72008"/>
            </a:xfrm>
            <a:prstGeom prst="stripedRight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47" name="그룹 246"/>
          <p:cNvGrpSpPr/>
          <p:nvPr/>
        </p:nvGrpSpPr>
        <p:grpSpPr>
          <a:xfrm>
            <a:off x="1668723" y="3377457"/>
            <a:ext cx="114726" cy="114726"/>
            <a:chOff x="2566335" y="3597518"/>
            <a:chExt cx="265477" cy="265477"/>
          </a:xfrm>
          <a:solidFill>
            <a:schemeClr val="bg1"/>
          </a:solidFill>
        </p:grpSpPr>
        <p:sp>
          <p:nvSpPr>
            <p:cNvPr id="248" name="눈물 방울 247"/>
            <p:cNvSpPr/>
            <p:nvPr/>
          </p:nvSpPr>
          <p:spPr>
            <a:xfrm rot="8100000">
              <a:off x="2566335" y="3597518"/>
              <a:ext cx="265477" cy="265477"/>
            </a:xfrm>
            <a:prstGeom prst="teardrop">
              <a:avLst>
                <a:gd name="adj" fmla="val 17646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9" name="타원 248"/>
            <p:cNvSpPr/>
            <p:nvPr/>
          </p:nvSpPr>
          <p:spPr>
            <a:xfrm>
              <a:off x="2634886" y="3666069"/>
              <a:ext cx="128373" cy="12837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4" name="모서리가 둥근 직사각형 133"/>
          <p:cNvSpPr/>
          <p:nvPr/>
        </p:nvSpPr>
        <p:spPr>
          <a:xfrm>
            <a:off x="4288347" y="2497213"/>
            <a:ext cx="219600" cy="218147"/>
          </a:xfrm>
          <a:prstGeom prst="roundRect">
            <a:avLst>
              <a:gd name="adj" fmla="val 11363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/>
          <p:cNvGrpSpPr/>
          <p:nvPr/>
        </p:nvGrpSpPr>
        <p:grpSpPr>
          <a:xfrm>
            <a:off x="3205627" y="3746479"/>
            <a:ext cx="480482" cy="485079"/>
            <a:chOff x="4277635" y="3177840"/>
            <a:chExt cx="479302" cy="483888"/>
          </a:xfrm>
        </p:grpSpPr>
        <p:sp>
          <p:nvSpPr>
            <p:cNvPr id="135" name="모서리가 둥근 직사각형 134"/>
            <p:cNvSpPr/>
            <p:nvPr/>
          </p:nvSpPr>
          <p:spPr>
            <a:xfrm>
              <a:off x="4280082" y="3177840"/>
              <a:ext cx="219600" cy="218147"/>
            </a:xfrm>
            <a:prstGeom prst="roundRect">
              <a:avLst>
                <a:gd name="adj" fmla="val 11363"/>
              </a:avLst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모서리가 둥근 직사각형 135"/>
            <p:cNvSpPr/>
            <p:nvPr/>
          </p:nvSpPr>
          <p:spPr>
            <a:xfrm>
              <a:off x="4537337" y="3177840"/>
              <a:ext cx="219600" cy="218147"/>
            </a:xfrm>
            <a:prstGeom prst="roundRect">
              <a:avLst>
                <a:gd name="adj" fmla="val 11363"/>
              </a:avLst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" name="모서리가 둥근 직사각형 136"/>
            <p:cNvSpPr/>
            <p:nvPr/>
          </p:nvSpPr>
          <p:spPr>
            <a:xfrm>
              <a:off x="4277635" y="3443580"/>
              <a:ext cx="219599" cy="218147"/>
            </a:xfrm>
            <a:prstGeom prst="roundRect">
              <a:avLst>
                <a:gd name="adj" fmla="val 11363"/>
              </a:avLst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모서리가 둥근 직사각형 138"/>
            <p:cNvSpPr/>
            <p:nvPr/>
          </p:nvSpPr>
          <p:spPr>
            <a:xfrm>
              <a:off x="4537337" y="3443581"/>
              <a:ext cx="219600" cy="218147"/>
            </a:xfrm>
            <a:prstGeom prst="roundRect">
              <a:avLst>
                <a:gd name="adj" fmla="val 11363"/>
              </a:avLst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1" name="그룹 140"/>
          <p:cNvGrpSpPr/>
          <p:nvPr/>
        </p:nvGrpSpPr>
        <p:grpSpPr>
          <a:xfrm>
            <a:off x="3751511" y="3746479"/>
            <a:ext cx="480482" cy="485079"/>
            <a:chOff x="4277635" y="3177840"/>
            <a:chExt cx="479302" cy="483888"/>
          </a:xfrm>
        </p:grpSpPr>
        <p:sp>
          <p:nvSpPr>
            <p:cNvPr id="142" name="모서리가 둥근 직사각형 141"/>
            <p:cNvSpPr/>
            <p:nvPr/>
          </p:nvSpPr>
          <p:spPr>
            <a:xfrm>
              <a:off x="4280082" y="3177840"/>
              <a:ext cx="219600" cy="218147"/>
            </a:xfrm>
            <a:prstGeom prst="roundRect">
              <a:avLst>
                <a:gd name="adj" fmla="val 11363"/>
              </a:avLst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" name="모서리가 둥근 직사각형 142"/>
            <p:cNvSpPr/>
            <p:nvPr/>
          </p:nvSpPr>
          <p:spPr>
            <a:xfrm>
              <a:off x="4537337" y="3177840"/>
              <a:ext cx="219600" cy="218147"/>
            </a:xfrm>
            <a:prstGeom prst="roundRect">
              <a:avLst>
                <a:gd name="adj" fmla="val 11363"/>
              </a:avLst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" name="모서리가 둥근 직사각형 144"/>
            <p:cNvSpPr/>
            <p:nvPr/>
          </p:nvSpPr>
          <p:spPr>
            <a:xfrm>
              <a:off x="4277635" y="3443580"/>
              <a:ext cx="219599" cy="218147"/>
            </a:xfrm>
            <a:prstGeom prst="roundRect">
              <a:avLst>
                <a:gd name="adj" fmla="val 11363"/>
              </a:avLst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모서리가 둥근 직사각형 147"/>
            <p:cNvSpPr/>
            <p:nvPr/>
          </p:nvSpPr>
          <p:spPr>
            <a:xfrm>
              <a:off x="4537337" y="3443581"/>
              <a:ext cx="219600" cy="218147"/>
            </a:xfrm>
            <a:prstGeom prst="roundRect">
              <a:avLst>
                <a:gd name="adj" fmla="val 11363"/>
              </a:avLst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4" name="그룹 173"/>
          <p:cNvGrpSpPr/>
          <p:nvPr/>
        </p:nvGrpSpPr>
        <p:grpSpPr>
          <a:xfrm>
            <a:off x="1623301" y="3650975"/>
            <a:ext cx="370325" cy="376671"/>
            <a:chOff x="4280082" y="3177839"/>
            <a:chExt cx="369416" cy="375746"/>
          </a:xfrm>
        </p:grpSpPr>
        <p:sp>
          <p:nvSpPr>
            <p:cNvPr id="175" name="모서리가 둥근 직사각형 174"/>
            <p:cNvSpPr/>
            <p:nvPr/>
          </p:nvSpPr>
          <p:spPr>
            <a:xfrm>
              <a:off x="4280082" y="3177839"/>
              <a:ext cx="232241" cy="240962"/>
            </a:xfrm>
            <a:prstGeom prst="roundRect">
              <a:avLst>
                <a:gd name="adj" fmla="val 11363"/>
              </a:avLst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ko-KR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6" name="모서리가 둥근 직사각형 175"/>
            <p:cNvSpPr/>
            <p:nvPr/>
          </p:nvSpPr>
          <p:spPr>
            <a:xfrm>
              <a:off x="4538763" y="3308799"/>
              <a:ext cx="110735" cy="110003"/>
            </a:xfrm>
            <a:prstGeom prst="roundRect">
              <a:avLst>
                <a:gd name="adj" fmla="val 11363"/>
              </a:avLst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7" name="모서리가 둥근 직사각형 176"/>
            <p:cNvSpPr/>
            <p:nvPr/>
          </p:nvSpPr>
          <p:spPr>
            <a:xfrm>
              <a:off x="4401588" y="3443580"/>
              <a:ext cx="110735" cy="110003"/>
            </a:xfrm>
            <a:prstGeom prst="roundRect">
              <a:avLst>
                <a:gd name="adj" fmla="val 11363"/>
              </a:avLst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모서리가 둥근 직사각형 177"/>
            <p:cNvSpPr/>
            <p:nvPr/>
          </p:nvSpPr>
          <p:spPr>
            <a:xfrm>
              <a:off x="4537334" y="3443581"/>
              <a:ext cx="110736" cy="110004"/>
            </a:xfrm>
            <a:prstGeom prst="roundRect">
              <a:avLst>
                <a:gd name="adj" fmla="val 11363"/>
              </a:avLst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9" name="그룹 178"/>
          <p:cNvGrpSpPr/>
          <p:nvPr/>
        </p:nvGrpSpPr>
        <p:grpSpPr>
          <a:xfrm>
            <a:off x="2109589" y="3650975"/>
            <a:ext cx="373509" cy="376673"/>
            <a:chOff x="4279668" y="3177839"/>
            <a:chExt cx="372591" cy="375748"/>
          </a:xfrm>
        </p:grpSpPr>
        <p:sp>
          <p:nvSpPr>
            <p:cNvPr id="180" name="모서리가 둥근 직사각형 179"/>
            <p:cNvSpPr/>
            <p:nvPr/>
          </p:nvSpPr>
          <p:spPr>
            <a:xfrm>
              <a:off x="4420018" y="3177839"/>
              <a:ext cx="232241" cy="240962"/>
            </a:xfrm>
            <a:prstGeom prst="roundRect">
              <a:avLst>
                <a:gd name="adj" fmla="val 11363"/>
              </a:avLst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ko-KR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1" name="모서리가 둥근 직사각형 180"/>
            <p:cNvSpPr/>
            <p:nvPr/>
          </p:nvSpPr>
          <p:spPr>
            <a:xfrm>
              <a:off x="4279668" y="3308799"/>
              <a:ext cx="110735" cy="110003"/>
            </a:xfrm>
            <a:prstGeom prst="roundRect">
              <a:avLst>
                <a:gd name="adj" fmla="val 11363"/>
              </a:avLst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2" name="모서리가 둥근 직사각형 181"/>
            <p:cNvSpPr/>
            <p:nvPr/>
          </p:nvSpPr>
          <p:spPr>
            <a:xfrm>
              <a:off x="4280082" y="3443582"/>
              <a:ext cx="110735" cy="110003"/>
            </a:xfrm>
            <a:prstGeom prst="roundRect">
              <a:avLst>
                <a:gd name="adj" fmla="val 11363"/>
              </a:avLst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3" name="모서리가 둥근 직사각형 182"/>
            <p:cNvSpPr/>
            <p:nvPr/>
          </p:nvSpPr>
          <p:spPr>
            <a:xfrm>
              <a:off x="4415828" y="3443583"/>
              <a:ext cx="110736" cy="110004"/>
            </a:xfrm>
            <a:prstGeom prst="roundRect">
              <a:avLst>
                <a:gd name="adj" fmla="val 11363"/>
              </a:avLst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4" name="그룹 183"/>
          <p:cNvGrpSpPr/>
          <p:nvPr/>
        </p:nvGrpSpPr>
        <p:grpSpPr>
          <a:xfrm>
            <a:off x="2575673" y="3651952"/>
            <a:ext cx="369890" cy="375694"/>
            <a:chOff x="4261062" y="3204470"/>
            <a:chExt cx="368980" cy="374771"/>
          </a:xfrm>
        </p:grpSpPr>
        <p:sp>
          <p:nvSpPr>
            <p:cNvPr id="185" name="모서리가 둥근 직사각형 184"/>
            <p:cNvSpPr/>
            <p:nvPr/>
          </p:nvSpPr>
          <p:spPr>
            <a:xfrm>
              <a:off x="4261062" y="3338279"/>
              <a:ext cx="232241" cy="240962"/>
            </a:xfrm>
            <a:prstGeom prst="roundRect">
              <a:avLst>
                <a:gd name="adj" fmla="val 11363"/>
              </a:avLst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ko-KR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6" name="모서리가 둥근 직사각형 185"/>
            <p:cNvSpPr/>
            <p:nvPr/>
          </p:nvSpPr>
          <p:spPr>
            <a:xfrm>
              <a:off x="4379660" y="3204470"/>
              <a:ext cx="110735" cy="110003"/>
            </a:xfrm>
            <a:prstGeom prst="roundRect">
              <a:avLst>
                <a:gd name="adj" fmla="val 11363"/>
              </a:avLst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모서리가 둥근 직사각형 186"/>
            <p:cNvSpPr/>
            <p:nvPr/>
          </p:nvSpPr>
          <p:spPr>
            <a:xfrm>
              <a:off x="4518588" y="3204470"/>
              <a:ext cx="110735" cy="110003"/>
            </a:xfrm>
            <a:prstGeom prst="roundRect">
              <a:avLst>
                <a:gd name="adj" fmla="val 11363"/>
              </a:avLst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8" name="모서리가 둥근 직사각형 187"/>
            <p:cNvSpPr/>
            <p:nvPr/>
          </p:nvSpPr>
          <p:spPr>
            <a:xfrm>
              <a:off x="4519306" y="3338279"/>
              <a:ext cx="110736" cy="110004"/>
            </a:xfrm>
            <a:prstGeom prst="roundRect">
              <a:avLst>
                <a:gd name="adj" fmla="val 11363"/>
              </a:avLst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4" name="그룹 203"/>
          <p:cNvGrpSpPr/>
          <p:nvPr/>
        </p:nvGrpSpPr>
        <p:grpSpPr>
          <a:xfrm>
            <a:off x="1623301" y="4180368"/>
            <a:ext cx="370325" cy="376671"/>
            <a:chOff x="4280082" y="3177839"/>
            <a:chExt cx="369416" cy="375746"/>
          </a:xfrm>
        </p:grpSpPr>
        <p:sp>
          <p:nvSpPr>
            <p:cNvPr id="205" name="모서리가 둥근 직사각형 204"/>
            <p:cNvSpPr/>
            <p:nvPr/>
          </p:nvSpPr>
          <p:spPr>
            <a:xfrm>
              <a:off x="4280082" y="3177839"/>
              <a:ext cx="232241" cy="240962"/>
            </a:xfrm>
            <a:prstGeom prst="roundRect">
              <a:avLst>
                <a:gd name="adj" fmla="val 11363"/>
              </a:avLst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ko-KR" alt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6" name="모서리가 둥근 직사각형 205"/>
            <p:cNvSpPr/>
            <p:nvPr/>
          </p:nvSpPr>
          <p:spPr>
            <a:xfrm>
              <a:off x="4538763" y="3308799"/>
              <a:ext cx="110735" cy="110003"/>
            </a:xfrm>
            <a:prstGeom prst="roundRect">
              <a:avLst>
                <a:gd name="adj" fmla="val 11363"/>
              </a:avLst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4401588" y="3443580"/>
              <a:ext cx="110735" cy="110003"/>
            </a:xfrm>
            <a:prstGeom prst="roundRect">
              <a:avLst>
                <a:gd name="adj" fmla="val 11363"/>
              </a:avLst>
            </a:prstGeom>
            <a:solidFill>
              <a:schemeClr val="bg1">
                <a:alpha val="5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8" name="모서리가 둥근 직사각형 207"/>
            <p:cNvSpPr/>
            <p:nvPr/>
          </p:nvSpPr>
          <p:spPr>
            <a:xfrm>
              <a:off x="4537334" y="3443581"/>
              <a:ext cx="110736" cy="110004"/>
            </a:xfrm>
            <a:prstGeom prst="roundRect">
              <a:avLst>
                <a:gd name="adj" fmla="val 11363"/>
              </a:avLst>
            </a:prstGeom>
            <a:solidFill>
              <a:schemeClr val="bg1">
                <a:alpha val="5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9" name="그룹 208"/>
          <p:cNvGrpSpPr/>
          <p:nvPr/>
        </p:nvGrpSpPr>
        <p:grpSpPr>
          <a:xfrm>
            <a:off x="2109589" y="4180368"/>
            <a:ext cx="373509" cy="376673"/>
            <a:chOff x="4279668" y="3177839"/>
            <a:chExt cx="372591" cy="375748"/>
          </a:xfrm>
        </p:grpSpPr>
        <p:sp>
          <p:nvSpPr>
            <p:cNvPr id="210" name="모서리가 둥근 직사각형 209"/>
            <p:cNvSpPr/>
            <p:nvPr/>
          </p:nvSpPr>
          <p:spPr>
            <a:xfrm>
              <a:off x="4420018" y="3177839"/>
              <a:ext cx="232241" cy="240962"/>
            </a:xfrm>
            <a:prstGeom prst="roundRect">
              <a:avLst>
                <a:gd name="adj" fmla="val 11363"/>
              </a:avLst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ko-KR" alt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1" name="모서리가 둥근 직사각형 210"/>
            <p:cNvSpPr/>
            <p:nvPr/>
          </p:nvSpPr>
          <p:spPr>
            <a:xfrm>
              <a:off x="4279668" y="3308799"/>
              <a:ext cx="110735" cy="110003"/>
            </a:xfrm>
            <a:prstGeom prst="roundRect">
              <a:avLst>
                <a:gd name="adj" fmla="val 11363"/>
              </a:avLst>
            </a:prstGeom>
            <a:solidFill>
              <a:schemeClr val="bg1">
                <a:alpha val="5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2" name="모서리가 둥근 직사각형 211"/>
            <p:cNvSpPr/>
            <p:nvPr/>
          </p:nvSpPr>
          <p:spPr>
            <a:xfrm>
              <a:off x="4280082" y="3443582"/>
              <a:ext cx="110735" cy="110003"/>
            </a:xfrm>
            <a:prstGeom prst="roundRect">
              <a:avLst>
                <a:gd name="adj" fmla="val 11363"/>
              </a:avLst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" name="모서리가 둥근 직사각형 212"/>
            <p:cNvSpPr/>
            <p:nvPr/>
          </p:nvSpPr>
          <p:spPr>
            <a:xfrm>
              <a:off x="4415828" y="3443583"/>
              <a:ext cx="110736" cy="110004"/>
            </a:xfrm>
            <a:prstGeom prst="roundRect">
              <a:avLst>
                <a:gd name="adj" fmla="val 11363"/>
              </a:avLst>
            </a:prstGeom>
            <a:solidFill>
              <a:schemeClr val="bg1">
                <a:alpha val="5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4" name="그룹 213"/>
          <p:cNvGrpSpPr/>
          <p:nvPr/>
        </p:nvGrpSpPr>
        <p:grpSpPr>
          <a:xfrm>
            <a:off x="2575673" y="4180368"/>
            <a:ext cx="369890" cy="375694"/>
            <a:chOff x="4261062" y="3204470"/>
            <a:chExt cx="368980" cy="374771"/>
          </a:xfrm>
        </p:grpSpPr>
        <p:sp>
          <p:nvSpPr>
            <p:cNvPr id="215" name="모서리가 둥근 직사각형 214"/>
            <p:cNvSpPr/>
            <p:nvPr/>
          </p:nvSpPr>
          <p:spPr>
            <a:xfrm>
              <a:off x="4261062" y="3338279"/>
              <a:ext cx="232241" cy="240962"/>
            </a:xfrm>
            <a:prstGeom prst="roundRect">
              <a:avLst>
                <a:gd name="adj" fmla="val 11363"/>
              </a:avLst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 smtClean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ko-KR" alt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6" name="모서리가 둥근 직사각형 215"/>
            <p:cNvSpPr/>
            <p:nvPr/>
          </p:nvSpPr>
          <p:spPr>
            <a:xfrm>
              <a:off x="4379660" y="3204470"/>
              <a:ext cx="110735" cy="110003"/>
            </a:xfrm>
            <a:prstGeom prst="roundRect">
              <a:avLst>
                <a:gd name="adj" fmla="val 11363"/>
              </a:avLst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7" name="모서리가 둥근 직사각형 216"/>
            <p:cNvSpPr/>
            <p:nvPr/>
          </p:nvSpPr>
          <p:spPr>
            <a:xfrm>
              <a:off x="4518588" y="3204470"/>
              <a:ext cx="110735" cy="110003"/>
            </a:xfrm>
            <a:prstGeom prst="roundRect">
              <a:avLst>
                <a:gd name="adj" fmla="val 11363"/>
              </a:avLst>
            </a:prstGeom>
            <a:solidFill>
              <a:schemeClr val="bg1">
                <a:alpha val="5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8" name="모서리가 둥근 직사각형 217"/>
            <p:cNvSpPr/>
            <p:nvPr/>
          </p:nvSpPr>
          <p:spPr>
            <a:xfrm>
              <a:off x="4519306" y="3338279"/>
              <a:ext cx="110736" cy="110004"/>
            </a:xfrm>
            <a:prstGeom prst="roundRect">
              <a:avLst>
                <a:gd name="adj" fmla="val 11363"/>
              </a:avLst>
            </a:prstGeom>
            <a:solidFill>
              <a:schemeClr val="bg1">
                <a:alpha val="5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24" name="그룹 223"/>
          <p:cNvGrpSpPr/>
          <p:nvPr/>
        </p:nvGrpSpPr>
        <p:grpSpPr>
          <a:xfrm>
            <a:off x="6384329" y="4908401"/>
            <a:ext cx="216948" cy="192472"/>
            <a:chOff x="4121922" y="3245390"/>
            <a:chExt cx="446485" cy="396114"/>
          </a:xfrm>
        </p:grpSpPr>
        <p:sp>
          <p:nvSpPr>
            <p:cNvPr id="2" name="타원 1"/>
            <p:cNvSpPr/>
            <p:nvPr/>
          </p:nvSpPr>
          <p:spPr>
            <a:xfrm>
              <a:off x="4121922" y="3353696"/>
              <a:ext cx="287808" cy="287808"/>
            </a:xfrm>
            <a:prstGeom prst="ellipse">
              <a:avLst/>
            </a:prstGeom>
            <a:noFill/>
            <a:ln w="25400" cmpd="sng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0" name="타원 189"/>
            <p:cNvSpPr/>
            <p:nvPr/>
          </p:nvSpPr>
          <p:spPr>
            <a:xfrm>
              <a:off x="4280599" y="3245390"/>
              <a:ext cx="287808" cy="287808"/>
            </a:xfrm>
            <a:prstGeom prst="ellipse">
              <a:avLst/>
            </a:prstGeom>
            <a:noFill/>
            <a:ln w="25400" cmpd="sng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1055" y="3808573"/>
            <a:ext cx="487363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" name="아래쪽 화살표 224"/>
          <p:cNvSpPr/>
          <p:nvPr/>
        </p:nvSpPr>
        <p:spPr>
          <a:xfrm>
            <a:off x="6654891" y="4899027"/>
            <a:ext cx="161857" cy="192683"/>
          </a:xfrm>
          <a:prstGeom prst="downArrow">
            <a:avLst>
              <a:gd name="adj1" fmla="val 59956"/>
              <a:gd name="adj2" fmla="val 63136"/>
            </a:avLst>
          </a:prstGeom>
          <a:solidFill>
            <a:srgbClr val="FFC000"/>
          </a:solidFill>
          <a:ln w="3175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40817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1403276" y="1628800"/>
            <a:ext cx="5984020" cy="3657600"/>
            <a:chOff x="1403276" y="1628800"/>
            <a:chExt cx="5984020" cy="3657600"/>
          </a:xfrm>
        </p:grpSpPr>
        <p:grpSp>
          <p:nvGrpSpPr>
            <p:cNvPr id="5" name="그룹 4"/>
            <p:cNvGrpSpPr/>
            <p:nvPr/>
          </p:nvGrpSpPr>
          <p:grpSpPr>
            <a:xfrm>
              <a:off x="1403648" y="1628800"/>
              <a:ext cx="5983648" cy="3657600"/>
              <a:chOff x="1403648" y="1628800"/>
              <a:chExt cx="5983648" cy="3657600"/>
            </a:xfrm>
          </p:grpSpPr>
          <p:sp>
            <p:nvSpPr>
              <p:cNvPr id="15" name="직사각형 14"/>
              <p:cNvSpPr/>
              <p:nvPr/>
            </p:nvSpPr>
            <p:spPr>
              <a:xfrm>
                <a:off x="1403648" y="1628800"/>
                <a:ext cx="5983648" cy="36576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1447082" y="2172704"/>
                <a:ext cx="5885600" cy="23760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30000"/>
                    </a:schemeClr>
                  </a:gs>
                  <a:gs pos="80000">
                    <a:schemeClr val="bg1">
                      <a:alpha val="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12700">
                <a:gradFill>
                  <a:gsLst>
                    <a:gs pos="0">
                      <a:schemeClr val="accent6">
                        <a:lumMod val="60000"/>
                        <a:lumOff val="40000"/>
                        <a:alpha val="50000"/>
                      </a:schemeClr>
                    </a:gs>
                    <a:gs pos="20000">
                      <a:schemeClr val="accent6">
                        <a:lumMod val="75000"/>
                        <a:alpha val="50000"/>
                      </a:schemeClr>
                    </a:gs>
                    <a:gs pos="40000">
                      <a:schemeClr val="accent6">
                        <a:lumMod val="50000"/>
                        <a:alpha val="50000"/>
                      </a:schemeClr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/>
              <p:cNvSpPr/>
              <p:nvPr/>
            </p:nvSpPr>
            <p:spPr>
              <a:xfrm>
                <a:off x="1413741" y="1643656"/>
                <a:ext cx="1440160" cy="2880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600" b="1" i="1" dirty="0" smtClean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BLACKBOX</a:t>
                </a:r>
                <a:endParaRPr lang="ko-KR" altLang="en-US" sz="1600" b="1" i="1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2603969" y="1692804"/>
                <a:ext cx="1152128" cy="2160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900" b="1" dirty="0" smtClean="0">
                    <a:solidFill>
                      <a:schemeClr val="bg1">
                        <a:lumMod val="75000"/>
                      </a:schemeClr>
                    </a:solidFill>
                  </a:rPr>
                  <a:t>Digital Player</a:t>
                </a:r>
                <a:endParaRPr lang="ko-KR" altLang="en-US" sz="900" b="1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20" name="직선 연결선 19"/>
              <p:cNvCxnSpPr/>
              <p:nvPr/>
            </p:nvCxnSpPr>
            <p:spPr>
              <a:xfrm>
                <a:off x="1437556" y="1885013"/>
                <a:ext cx="5895126" cy="0"/>
              </a:xfrm>
              <a:prstGeom prst="line">
                <a:avLst/>
              </a:prstGeom>
              <a:ln w="25400" cmpd="dbl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직사각형 20"/>
              <p:cNvSpPr/>
              <p:nvPr/>
            </p:nvSpPr>
            <p:spPr>
              <a:xfrm>
                <a:off x="3819408" y="3609826"/>
                <a:ext cx="1152128" cy="2160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Digital Player</a:t>
                </a:r>
                <a:endPara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23" name="직사각형 22"/>
              <p:cNvSpPr/>
              <p:nvPr/>
            </p:nvSpPr>
            <p:spPr>
              <a:xfrm>
                <a:off x="3675392" y="3279095"/>
                <a:ext cx="1440160" cy="2880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b="1" i="1" dirty="0" smtClean="0">
                    <a:solidFill>
                      <a:srgbClr val="7A5D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BLACKBOX</a:t>
                </a:r>
                <a:endParaRPr lang="ko-KR" altLang="en-US" b="1" i="1" dirty="0">
                  <a:solidFill>
                    <a:srgbClr val="7A5D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6" name="직사각형 5"/>
            <p:cNvSpPr/>
            <p:nvPr/>
          </p:nvSpPr>
          <p:spPr>
            <a:xfrm>
              <a:off x="1437556" y="4782400"/>
              <a:ext cx="5904652" cy="252000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1437556" y="5034400"/>
              <a:ext cx="5904652" cy="2520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1403276" y="4734453"/>
              <a:ext cx="5938932" cy="45719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442319" y="4581128"/>
              <a:ext cx="5895126" cy="184064"/>
            </a:xfrm>
            <a:prstGeom prst="rect">
              <a:avLst/>
            </a:prstGeom>
            <a:solidFill>
              <a:srgbClr val="333333"/>
            </a:solidFill>
            <a:ln w="3175" cmpd="sng">
              <a:solidFill>
                <a:srgbClr val="3333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5" name="직사각형 24"/>
          <p:cNvSpPr/>
          <p:nvPr/>
        </p:nvSpPr>
        <p:spPr>
          <a:xfrm>
            <a:off x="3553304" y="3279094"/>
            <a:ext cx="1954800" cy="1258665"/>
          </a:xfrm>
          <a:prstGeom prst="rect">
            <a:avLst/>
          </a:prstGeom>
          <a:gradFill>
            <a:gsLst>
              <a:gs pos="0">
                <a:schemeClr val="bg1">
                  <a:alpha val="30000"/>
                </a:schemeClr>
              </a:gs>
              <a:gs pos="6000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 w="12700">
            <a:gradFill>
              <a:gsLst>
                <a:gs pos="0">
                  <a:schemeClr val="accent6">
                    <a:lumMod val="60000"/>
                    <a:lumOff val="40000"/>
                    <a:alpha val="50000"/>
                  </a:schemeClr>
                </a:gs>
                <a:gs pos="20000">
                  <a:schemeClr val="accent6">
                    <a:lumMod val="75000"/>
                    <a:alpha val="50000"/>
                  </a:schemeClr>
                </a:gs>
                <a:gs pos="40000">
                  <a:schemeClr val="accent6">
                    <a:lumMod val="50000"/>
                    <a:alpha val="5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1514671" y="3279095"/>
            <a:ext cx="1954800" cy="1258665"/>
          </a:xfrm>
          <a:prstGeom prst="rect">
            <a:avLst/>
          </a:prstGeom>
          <a:gradFill>
            <a:gsLst>
              <a:gs pos="0">
                <a:schemeClr val="bg1">
                  <a:alpha val="30000"/>
                </a:schemeClr>
              </a:gs>
              <a:gs pos="6000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 w="12700">
            <a:gradFill>
              <a:gsLst>
                <a:gs pos="0">
                  <a:schemeClr val="accent6">
                    <a:lumMod val="60000"/>
                    <a:lumOff val="40000"/>
                    <a:alpha val="50000"/>
                  </a:schemeClr>
                </a:gs>
                <a:gs pos="20000">
                  <a:schemeClr val="accent6">
                    <a:lumMod val="75000"/>
                    <a:alpha val="50000"/>
                  </a:schemeClr>
                </a:gs>
                <a:gs pos="40000">
                  <a:schemeClr val="accent6">
                    <a:lumMod val="50000"/>
                    <a:alpha val="5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439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1259632" y="423947"/>
            <a:ext cx="2844000" cy="1105200"/>
            <a:chOff x="1187624" y="3429000"/>
            <a:chExt cx="4622800" cy="1841500"/>
          </a:xfrm>
        </p:grpSpPr>
        <p:sp>
          <p:nvSpPr>
            <p:cNvPr id="4" name="직사각형 3"/>
            <p:cNvSpPr/>
            <p:nvPr/>
          </p:nvSpPr>
          <p:spPr>
            <a:xfrm>
              <a:off x="1187624" y="3429000"/>
              <a:ext cx="4622800" cy="18415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1226380" y="3484382"/>
              <a:ext cx="4536000" cy="1728192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30000"/>
                  </a:schemeClr>
                </a:gs>
                <a:gs pos="80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gradFill>
                <a:gsLst>
                  <a:gs pos="0">
                    <a:schemeClr val="accent6">
                      <a:lumMod val="60000"/>
                      <a:lumOff val="40000"/>
                      <a:alpha val="50000"/>
                    </a:schemeClr>
                  </a:gs>
                  <a:gs pos="20000">
                    <a:schemeClr val="accent6">
                      <a:lumMod val="75000"/>
                      <a:alpha val="50000"/>
                    </a:schemeClr>
                  </a:gs>
                  <a:gs pos="40000">
                    <a:schemeClr val="accent6">
                      <a:lumMod val="50000"/>
                      <a:alpha val="50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259631" y="3524654"/>
              <a:ext cx="4463113" cy="275961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0000">
                  <a:schemeClr val="tx1">
                    <a:lumMod val="50000"/>
                    <a:lumOff val="50000"/>
                  </a:schemeClr>
                </a:gs>
                <a:gs pos="70000">
                  <a:schemeClr val="tx1">
                    <a:lumMod val="50000"/>
                    <a:lumOff val="50000"/>
                    <a:alpha val="0"/>
                  </a:schemeClr>
                </a:gs>
              </a:gsLst>
              <a:lin ang="0" scaled="1"/>
              <a:tileRect/>
            </a:gradFill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드라이브 선택</a:t>
              </a:r>
              <a:endParaRPr lang="ko-KR" altLang="en-US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1259631" y="3933056"/>
              <a:ext cx="4463113" cy="252000"/>
            </a:xfrm>
            <a:prstGeom prst="rect">
              <a:avLst/>
            </a:prstGeom>
            <a:noFill/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 smtClean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이동식 디스크 드라이브 또는 내 컴퓨터에서 찾기를 선택하세요</a:t>
              </a:r>
              <a:r>
                <a:rPr lang="en-US" altLang="ko-KR" sz="700" dirty="0" smtClean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4499992" y="332656"/>
            <a:ext cx="3348000" cy="1764000"/>
            <a:chOff x="1115617" y="2420888"/>
            <a:chExt cx="6696744" cy="3528392"/>
          </a:xfrm>
        </p:grpSpPr>
        <p:sp>
          <p:nvSpPr>
            <p:cNvPr id="15" name="직사각형 14"/>
            <p:cNvSpPr/>
            <p:nvPr/>
          </p:nvSpPr>
          <p:spPr>
            <a:xfrm>
              <a:off x="1115617" y="2420888"/>
              <a:ext cx="6696744" cy="352839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27" name="Picture 3" descr="D:\OFFICIALREPOS\CUSTOMER\DahaTech\images\partial\popup\bg_gsensor.bmp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5937" y="3010360"/>
              <a:ext cx="6542087" cy="2857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직사각형 15"/>
            <p:cNvSpPr/>
            <p:nvPr/>
          </p:nvSpPr>
          <p:spPr>
            <a:xfrm>
              <a:off x="1187622" y="2476270"/>
              <a:ext cx="6552000" cy="3400171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30000"/>
                  </a:schemeClr>
                </a:gs>
                <a:gs pos="80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gradFill>
                <a:gsLst>
                  <a:gs pos="0">
                    <a:schemeClr val="accent6">
                      <a:lumMod val="60000"/>
                      <a:lumOff val="40000"/>
                      <a:alpha val="50000"/>
                    </a:schemeClr>
                  </a:gs>
                  <a:gs pos="20000">
                    <a:schemeClr val="accent6">
                      <a:lumMod val="75000"/>
                      <a:alpha val="50000"/>
                    </a:schemeClr>
                  </a:gs>
                  <a:gs pos="40000">
                    <a:schemeClr val="accent6">
                      <a:lumMod val="50000"/>
                      <a:alpha val="50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1220874" y="2520614"/>
              <a:ext cx="6480000" cy="332321"/>
            </a:xfrm>
            <a:prstGeom prst="rect">
              <a:avLst/>
            </a:prstGeom>
            <a:gradFill>
              <a:gsLst>
                <a:gs pos="0">
                  <a:schemeClr val="tx1">
                    <a:lumMod val="50000"/>
                    <a:lumOff val="50000"/>
                  </a:schemeClr>
                </a:gs>
                <a:gs pos="20000">
                  <a:schemeClr val="tx1">
                    <a:lumMod val="50000"/>
                    <a:lumOff val="50000"/>
                  </a:schemeClr>
                </a:gs>
                <a:gs pos="70000">
                  <a:schemeClr val="tx1">
                    <a:lumMod val="50000"/>
                    <a:lumOff val="50000"/>
                    <a:alpha val="0"/>
                  </a:schemeClr>
                </a:gs>
              </a:gsLst>
              <a:lin ang="0" scaled="1"/>
            </a:gradFill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G-Sensor </a:t>
              </a:r>
              <a:r>
                <a:rPr lang="ko-KR" altLang="en-US" sz="10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그래프</a:t>
              </a:r>
              <a:endParaRPr lang="ko-KR" altLang="en-US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7" name="직사각형 16"/>
          <p:cNvSpPr/>
          <p:nvPr/>
        </p:nvSpPr>
        <p:spPr>
          <a:xfrm>
            <a:off x="1283475" y="2221542"/>
            <a:ext cx="3348000" cy="160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1319474" y="2249231"/>
            <a:ext cx="3275636" cy="153981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30000"/>
                </a:schemeClr>
              </a:gs>
              <a:gs pos="8000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gradFill>
              <a:gsLst>
                <a:gs pos="0">
                  <a:schemeClr val="accent6">
                    <a:lumMod val="60000"/>
                    <a:lumOff val="40000"/>
                    <a:alpha val="50000"/>
                  </a:schemeClr>
                </a:gs>
                <a:gs pos="20000">
                  <a:schemeClr val="accent6">
                    <a:lumMod val="75000"/>
                    <a:alpha val="50000"/>
                  </a:schemeClr>
                </a:gs>
                <a:gs pos="40000">
                  <a:schemeClr val="accent6">
                    <a:lumMod val="50000"/>
                    <a:alpha val="5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1336098" y="2271399"/>
            <a:ext cx="3239640" cy="166142"/>
          </a:xfrm>
          <a:prstGeom prst="rect">
            <a:avLst/>
          </a:prstGeom>
          <a:gradFill>
            <a:gsLst>
              <a:gs pos="0">
                <a:schemeClr val="tx1">
                  <a:lumMod val="50000"/>
                  <a:lumOff val="50000"/>
                </a:schemeClr>
              </a:gs>
              <a:gs pos="20000">
                <a:schemeClr val="tx1">
                  <a:lumMod val="50000"/>
                  <a:lumOff val="50000"/>
                </a:schemeClr>
              </a:gs>
              <a:gs pos="70000">
                <a:schemeClr val="tx1">
                  <a:lumMod val="50000"/>
                  <a:lumOff val="50000"/>
                  <a:alpha val="0"/>
                </a:schemeClr>
              </a:gs>
            </a:gsLst>
            <a:lin ang="0" scaled="1"/>
          </a:gradFill>
          <a:ln w="3175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영상 </a:t>
            </a:r>
            <a:r>
              <a:rPr lang="ko-KR" altLang="en-US" sz="9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캡쳐</a:t>
            </a:r>
            <a:endParaRPr lang="ko-KR" altLang="en-US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1391464" y="2564905"/>
            <a:ext cx="3132343" cy="144016"/>
          </a:xfrm>
          <a:prstGeom prst="roundRect">
            <a:avLst>
              <a:gd name="adj" fmla="val 11363"/>
            </a:avLst>
          </a:prstGeom>
          <a:solidFill>
            <a:schemeClr val="bg1">
              <a:alpha val="1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1283475" y="4121388"/>
            <a:ext cx="2820157" cy="2475964"/>
            <a:chOff x="1283475" y="4121388"/>
            <a:chExt cx="2820157" cy="2475964"/>
          </a:xfrm>
        </p:grpSpPr>
        <p:sp>
          <p:nvSpPr>
            <p:cNvPr id="21" name="직사각형 20"/>
            <p:cNvSpPr/>
            <p:nvPr/>
          </p:nvSpPr>
          <p:spPr>
            <a:xfrm>
              <a:off x="1283475" y="4121388"/>
              <a:ext cx="2820157" cy="247596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1319474" y="4155430"/>
              <a:ext cx="2754000" cy="2412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30000"/>
                  </a:schemeClr>
                </a:gs>
                <a:gs pos="80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gradFill>
                <a:gsLst>
                  <a:gs pos="0">
                    <a:schemeClr val="accent6">
                      <a:lumMod val="60000"/>
                      <a:lumOff val="40000"/>
                      <a:alpha val="50000"/>
                    </a:schemeClr>
                  </a:gs>
                  <a:gs pos="20000">
                    <a:schemeClr val="accent6">
                      <a:lumMod val="75000"/>
                      <a:alpha val="50000"/>
                    </a:schemeClr>
                  </a:gs>
                  <a:gs pos="40000">
                    <a:schemeClr val="accent6">
                      <a:lumMod val="50000"/>
                      <a:alpha val="50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1336098" y="4171248"/>
              <a:ext cx="2713593" cy="216000"/>
            </a:xfrm>
            <a:prstGeom prst="rect">
              <a:avLst/>
            </a:prstGeom>
            <a:gradFill>
              <a:gsLst>
                <a:gs pos="0">
                  <a:schemeClr val="tx1">
                    <a:lumMod val="50000"/>
                    <a:lumOff val="50000"/>
                  </a:schemeClr>
                </a:gs>
                <a:gs pos="20000">
                  <a:schemeClr val="tx1">
                    <a:lumMod val="50000"/>
                    <a:lumOff val="50000"/>
                  </a:schemeClr>
                </a:gs>
                <a:gs pos="70000">
                  <a:schemeClr val="tx1">
                    <a:lumMod val="50000"/>
                    <a:lumOff val="50000"/>
                    <a:alpha val="0"/>
                  </a:schemeClr>
                </a:gs>
              </a:gsLst>
              <a:lin ang="0" scaled="1"/>
            </a:gradFill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9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영상 병</a:t>
              </a:r>
              <a:r>
                <a:rPr lang="ko-KR" altLang="en-US" sz="9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합</a:t>
              </a:r>
            </a:p>
          </p:txBody>
        </p:sp>
      </p:grpSp>
      <p:sp>
        <p:nvSpPr>
          <p:cNvPr id="26" name="모서리가 둥근 직사각형 25"/>
          <p:cNvSpPr/>
          <p:nvPr/>
        </p:nvSpPr>
        <p:spPr>
          <a:xfrm>
            <a:off x="7020272" y="6218535"/>
            <a:ext cx="507407" cy="504056"/>
          </a:xfrm>
          <a:prstGeom prst="roundRect">
            <a:avLst>
              <a:gd name="adj" fmla="val 11363"/>
            </a:avLst>
          </a:prstGeom>
          <a:solidFill>
            <a:srgbClr val="FFC000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9" name="Picture 5" descr="C:\Users\allen\Desktop\check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142" y="6271790"/>
            <a:ext cx="427666" cy="43200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모서리가 둥근 직사각형 26"/>
          <p:cNvSpPr/>
          <p:nvPr/>
        </p:nvSpPr>
        <p:spPr>
          <a:xfrm>
            <a:off x="5629976" y="6218535"/>
            <a:ext cx="507407" cy="504056"/>
          </a:xfrm>
          <a:prstGeom prst="roundRect">
            <a:avLst>
              <a:gd name="adj" fmla="val 11363"/>
            </a:avLst>
          </a:prstGeom>
          <a:solidFill>
            <a:schemeClr val="bg1">
              <a:lumMod val="50000"/>
              <a:alpha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31" name="Picture 7" descr="C:\Users\allen\Desktop\check_d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846" y="6268384"/>
            <a:ext cx="427666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모서리가 둥근 직사각형 28"/>
          <p:cNvSpPr/>
          <p:nvPr/>
        </p:nvSpPr>
        <p:spPr>
          <a:xfrm>
            <a:off x="3347864" y="5471363"/>
            <a:ext cx="507407" cy="504056"/>
          </a:xfrm>
          <a:prstGeom prst="roundRect">
            <a:avLst>
              <a:gd name="adj" fmla="val 11363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모서리가 둥근 직사각형 29"/>
          <p:cNvSpPr/>
          <p:nvPr/>
        </p:nvSpPr>
        <p:spPr>
          <a:xfrm>
            <a:off x="6300192" y="6218535"/>
            <a:ext cx="507407" cy="504056"/>
          </a:xfrm>
          <a:prstGeom prst="roundRect">
            <a:avLst>
              <a:gd name="adj" fmla="val 11363"/>
            </a:avLst>
          </a:prstGeom>
          <a:solidFill>
            <a:schemeClr val="bg1">
              <a:lumMod val="50000"/>
              <a:alpha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32" name="Picture 8" descr="C:\Users\allen\Desktop\check_over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0062" y="6271790"/>
            <a:ext cx="427666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4047" y="4123973"/>
            <a:ext cx="2816225" cy="247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모서리가 둥근 직사각형 13"/>
          <p:cNvSpPr/>
          <p:nvPr/>
        </p:nvSpPr>
        <p:spPr>
          <a:xfrm>
            <a:off x="4499992" y="5085184"/>
            <a:ext cx="2232248" cy="10800"/>
          </a:xfrm>
          <a:prstGeom prst="round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3175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4499992" y="5366614"/>
            <a:ext cx="2232248" cy="10800"/>
          </a:xfrm>
          <a:prstGeom prst="round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3175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모서리가 둥근 직사각형 40"/>
          <p:cNvSpPr/>
          <p:nvPr/>
        </p:nvSpPr>
        <p:spPr>
          <a:xfrm>
            <a:off x="4499992" y="5661248"/>
            <a:ext cx="2232248" cy="10800"/>
          </a:xfrm>
          <a:prstGeom prst="round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3175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4499992" y="5985167"/>
            <a:ext cx="2232248" cy="10800"/>
          </a:xfrm>
          <a:prstGeom prst="round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3175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95527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그룹 110"/>
          <p:cNvGrpSpPr/>
          <p:nvPr/>
        </p:nvGrpSpPr>
        <p:grpSpPr>
          <a:xfrm>
            <a:off x="287804" y="180248"/>
            <a:ext cx="5526000" cy="3654000"/>
            <a:chOff x="287804" y="180248"/>
            <a:chExt cx="5526000" cy="3654000"/>
          </a:xfrm>
        </p:grpSpPr>
        <p:grpSp>
          <p:nvGrpSpPr>
            <p:cNvPr id="10" name="그룹 9"/>
            <p:cNvGrpSpPr/>
            <p:nvPr/>
          </p:nvGrpSpPr>
          <p:grpSpPr>
            <a:xfrm>
              <a:off x="287804" y="180248"/>
              <a:ext cx="5526000" cy="3654000"/>
              <a:chOff x="149414" y="3250942"/>
              <a:chExt cx="5526000" cy="3654000"/>
            </a:xfrm>
          </p:grpSpPr>
          <p:sp>
            <p:nvSpPr>
              <p:cNvPr id="6" name="직사각형 5"/>
              <p:cNvSpPr/>
              <p:nvPr/>
            </p:nvSpPr>
            <p:spPr>
              <a:xfrm>
                <a:off x="149414" y="3250942"/>
                <a:ext cx="5526000" cy="3654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직사각형 6"/>
              <p:cNvSpPr/>
              <p:nvPr/>
            </p:nvSpPr>
            <p:spPr>
              <a:xfrm>
                <a:off x="179512" y="3284984"/>
                <a:ext cx="5472608" cy="3600000"/>
              </a:xfrm>
              <a:prstGeom prst="rect">
                <a:avLst/>
              </a:prstGeom>
              <a:solidFill>
                <a:schemeClr val="tx1"/>
              </a:solidFill>
              <a:ln w="12700">
                <a:gradFill>
                  <a:gsLst>
                    <a:gs pos="0">
                      <a:schemeClr val="accent6">
                        <a:lumMod val="60000"/>
                        <a:lumOff val="40000"/>
                        <a:alpha val="50000"/>
                      </a:schemeClr>
                    </a:gs>
                    <a:gs pos="20000">
                      <a:schemeClr val="accent6">
                        <a:lumMod val="75000"/>
                        <a:alpha val="50000"/>
                      </a:schemeClr>
                    </a:gs>
                    <a:gs pos="40000">
                      <a:schemeClr val="accent6">
                        <a:lumMod val="50000"/>
                        <a:alpha val="50000"/>
                      </a:schemeClr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직사각형 7"/>
              <p:cNvSpPr/>
              <p:nvPr/>
            </p:nvSpPr>
            <p:spPr>
              <a:xfrm>
                <a:off x="202037" y="3300802"/>
                <a:ext cx="5450083" cy="216000"/>
              </a:xfrm>
              <a:prstGeom prst="rect">
                <a:avLst/>
              </a:prstGeom>
              <a:gradFill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20000">
                    <a:schemeClr val="tx1">
                      <a:lumMod val="50000"/>
                      <a:lumOff val="50000"/>
                    </a:schemeClr>
                  </a:gs>
                  <a:gs pos="70000">
                    <a:schemeClr val="tx1">
                      <a:lumMod val="50000"/>
                      <a:lumOff val="50000"/>
                      <a:alpha val="0"/>
                    </a:schemeClr>
                  </a:gs>
                </a:gsLst>
                <a:lin ang="0" scaled="1"/>
              </a:gradFill>
              <a:ln w="3175"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9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설정</a:t>
                </a:r>
                <a:endParaRPr lang="ko-KR" altLang="en-US" sz="9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9" name="모서리가 둥근 직사각형 8"/>
            <p:cNvSpPr/>
            <p:nvPr/>
          </p:nvSpPr>
          <p:spPr>
            <a:xfrm>
              <a:off x="486002" y="646137"/>
              <a:ext cx="2520280" cy="406598"/>
            </a:xfrm>
            <a:prstGeom prst="roundRect">
              <a:avLst/>
            </a:prstGeom>
            <a:noFill/>
            <a:ln w="3175" cmpd="sng">
              <a:solidFill>
                <a:srgbClr val="FFC046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3150298" y="646137"/>
              <a:ext cx="2520280" cy="406598"/>
            </a:xfrm>
            <a:prstGeom prst="roundRect">
              <a:avLst/>
            </a:prstGeom>
            <a:noFill/>
            <a:ln w="3175" cmpd="sng">
              <a:solidFill>
                <a:srgbClr val="FFC046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모서리가 둥근 직사각형 11"/>
            <p:cNvSpPr/>
            <p:nvPr/>
          </p:nvSpPr>
          <p:spPr>
            <a:xfrm>
              <a:off x="486002" y="1267409"/>
              <a:ext cx="1656184" cy="382527"/>
            </a:xfrm>
            <a:prstGeom prst="roundRect">
              <a:avLst/>
            </a:prstGeom>
            <a:noFill/>
            <a:ln w="3175" cmpd="sng">
              <a:solidFill>
                <a:srgbClr val="FFC046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모서리가 둥근 직사각형 12"/>
            <p:cNvSpPr/>
            <p:nvPr/>
          </p:nvSpPr>
          <p:spPr>
            <a:xfrm>
              <a:off x="2244637" y="1267409"/>
              <a:ext cx="1656184" cy="382527"/>
            </a:xfrm>
            <a:prstGeom prst="roundRect">
              <a:avLst/>
            </a:prstGeom>
            <a:noFill/>
            <a:ln w="3175" cmpd="sng">
              <a:solidFill>
                <a:srgbClr val="FFC046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모서리가 둥근 직사각형 13"/>
            <p:cNvSpPr/>
            <p:nvPr/>
          </p:nvSpPr>
          <p:spPr>
            <a:xfrm>
              <a:off x="4014394" y="1267409"/>
              <a:ext cx="1656184" cy="382527"/>
            </a:xfrm>
            <a:prstGeom prst="roundRect">
              <a:avLst/>
            </a:prstGeom>
            <a:noFill/>
            <a:ln w="3175" cmpd="sng">
              <a:solidFill>
                <a:srgbClr val="FFC046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모서리가 둥근 직사각형 14"/>
            <p:cNvSpPr/>
            <p:nvPr/>
          </p:nvSpPr>
          <p:spPr>
            <a:xfrm>
              <a:off x="486002" y="1855978"/>
              <a:ext cx="5184576" cy="370022"/>
            </a:xfrm>
            <a:prstGeom prst="roundRect">
              <a:avLst/>
            </a:prstGeom>
            <a:noFill/>
            <a:ln w="3175" cmpd="sng">
              <a:solidFill>
                <a:srgbClr val="FFC046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모서리가 둥근 직사각형 15"/>
            <p:cNvSpPr/>
            <p:nvPr/>
          </p:nvSpPr>
          <p:spPr>
            <a:xfrm>
              <a:off x="486002" y="2432042"/>
              <a:ext cx="5184576" cy="682126"/>
            </a:xfrm>
            <a:prstGeom prst="roundRect">
              <a:avLst/>
            </a:prstGeom>
            <a:noFill/>
            <a:ln w="3175" cmpd="sng">
              <a:solidFill>
                <a:srgbClr val="FFC046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792445" y="842314"/>
              <a:ext cx="504000" cy="144016"/>
            </a:xfrm>
            <a:prstGeom prst="rect">
              <a:avLst/>
            </a:prstGeom>
            <a:noFill/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900" b="1" dirty="0" err="1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민감</a:t>
              </a:r>
              <a:endParaRPr lang="ko-KR" altLang="en-US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1584589" y="842314"/>
              <a:ext cx="504000" cy="144016"/>
            </a:xfrm>
            <a:prstGeom prst="rect">
              <a:avLst/>
            </a:prstGeom>
            <a:noFill/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9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중</a:t>
              </a:r>
              <a:r>
                <a:rPr lang="ko-KR" altLang="en-US" sz="9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간</a:t>
              </a: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2376677" y="842314"/>
              <a:ext cx="504000" cy="144016"/>
            </a:xfrm>
            <a:prstGeom prst="rect">
              <a:avLst/>
            </a:prstGeom>
            <a:noFill/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9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둔감</a:t>
              </a:r>
              <a:endParaRPr lang="ko-KR" altLang="en-US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3410134" y="842314"/>
              <a:ext cx="504000" cy="144016"/>
            </a:xfrm>
            <a:prstGeom prst="rect">
              <a:avLst/>
            </a:prstGeom>
            <a:noFill/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9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밝게</a:t>
              </a:r>
              <a:endParaRPr lang="ko-KR" altLang="en-US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4202278" y="842314"/>
              <a:ext cx="504000" cy="144016"/>
            </a:xfrm>
            <a:prstGeom prst="rect">
              <a:avLst/>
            </a:prstGeom>
            <a:noFill/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9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보통</a:t>
              </a:r>
              <a:endParaRPr lang="ko-KR" altLang="en-US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4994366" y="842314"/>
              <a:ext cx="612000" cy="144016"/>
            </a:xfrm>
            <a:prstGeom prst="rect">
              <a:avLst/>
            </a:prstGeom>
            <a:noFill/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9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어둡게</a:t>
              </a:r>
              <a:endParaRPr lang="ko-KR" altLang="en-US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779706" y="1441050"/>
              <a:ext cx="504000" cy="144016"/>
            </a:xfrm>
            <a:prstGeom prst="rect">
              <a:avLst/>
            </a:prstGeom>
            <a:noFill/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9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ON</a:t>
              </a:r>
              <a:endParaRPr lang="ko-KR" altLang="en-US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571850" y="1441050"/>
              <a:ext cx="504000" cy="144016"/>
            </a:xfrm>
            <a:prstGeom prst="rect">
              <a:avLst/>
            </a:prstGeom>
            <a:noFill/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9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OFF</a:t>
              </a:r>
              <a:endParaRPr lang="ko-KR" altLang="en-US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2537571" y="1441050"/>
              <a:ext cx="504000" cy="144016"/>
            </a:xfrm>
            <a:prstGeom prst="rect">
              <a:avLst/>
            </a:prstGeom>
            <a:noFill/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9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ON</a:t>
              </a:r>
              <a:endParaRPr lang="ko-KR" altLang="en-US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3329715" y="1441050"/>
              <a:ext cx="504000" cy="144016"/>
            </a:xfrm>
            <a:prstGeom prst="rect">
              <a:avLst/>
            </a:prstGeom>
            <a:noFill/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9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OFF</a:t>
              </a:r>
              <a:endParaRPr lang="ko-KR" altLang="en-US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308098" y="1441050"/>
              <a:ext cx="504000" cy="144016"/>
            </a:xfrm>
            <a:prstGeom prst="rect">
              <a:avLst/>
            </a:prstGeom>
            <a:noFill/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9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ON</a:t>
              </a:r>
              <a:endParaRPr lang="ko-KR" altLang="en-US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5100242" y="1441050"/>
              <a:ext cx="504000" cy="144016"/>
            </a:xfrm>
            <a:prstGeom prst="rect">
              <a:avLst/>
            </a:prstGeom>
            <a:noFill/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9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OFF</a:t>
              </a:r>
              <a:endParaRPr lang="ko-KR" altLang="en-US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818932" y="2020523"/>
              <a:ext cx="720000" cy="144016"/>
            </a:xfrm>
            <a:prstGeom prst="rect">
              <a:avLst/>
            </a:prstGeom>
            <a:noFill/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900" b="1" dirty="0" err="1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항상켜기</a:t>
              </a:r>
              <a:endParaRPr lang="ko-KR" altLang="en-US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1766713" y="2020523"/>
              <a:ext cx="720000" cy="144016"/>
            </a:xfrm>
            <a:prstGeom prst="rect">
              <a:avLst/>
            </a:prstGeom>
            <a:noFill/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9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 </a:t>
              </a:r>
              <a:r>
                <a:rPr lang="ko-KR" altLang="en-US" sz="9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분</a:t>
              </a:r>
              <a:endParaRPr lang="ko-KR" altLang="en-US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2719695" y="2020523"/>
              <a:ext cx="720000" cy="144016"/>
            </a:xfrm>
            <a:prstGeom prst="rect">
              <a:avLst/>
            </a:prstGeom>
            <a:noFill/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9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 </a:t>
              </a:r>
              <a:r>
                <a:rPr lang="ko-KR" altLang="en-US" sz="9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분</a:t>
              </a:r>
              <a:endParaRPr lang="ko-KR" altLang="en-US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8" name="직사각형 67"/>
            <p:cNvSpPr/>
            <p:nvPr/>
          </p:nvSpPr>
          <p:spPr>
            <a:xfrm>
              <a:off x="3681586" y="2020523"/>
              <a:ext cx="720000" cy="144016"/>
            </a:xfrm>
            <a:prstGeom prst="rect">
              <a:avLst/>
            </a:prstGeom>
            <a:noFill/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9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 </a:t>
              </a:r>
              <a:r>
                <a:rPr lang="ko-KR" altLang="en-US" sz="9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분</a:t>
              </a:r>
              <a:endParaRPr lang="ko-KR" altLang="en-US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4634350" y="2020523"/>
              <a:ext cx="720000" cy="144016"/>
            </a:xfrm>
            <a:prstGeom prst="rect">
              <a:avLst/>
            </a:prstGeom>
            <a:noFill/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9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10 </a:t>
              </a:r>
              <a:r>
                <a:rPr lang="ko-KR" altLang="en-US" sz="9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분</a:t>
              </a:r>
              <a:endParaRPr lang="ko-KR" altLang="en-US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815778" y="2638971"/>
              <a:ext cx="540000" cy="144016"/>
            </a:xfrm>
            <a:prstGeom prst="rect">
              <a:avLst/>
            </a:prstGeom>
            <a:noFill/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9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11.6V</a:t>
              </a:r>
              <a:endParaRPr lang="ko-KR" altLang="en-US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1751938" y="2638971"/>
              <a:ext cx="540000" cy="144016"/>
            </a:xfrm>
            <a:prstGeom prst="rect">
              <a:avLst/>
            </a:prstGeom>
            <a:noFill/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9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11.8V</a:t>
              </a:r>
              <a:endParaRPr lang="ko-KR" altLang="en-US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2717659" y="2638971"/>
              <a:ext cx="540000" cy="144016"/>
            </a:xfrm>
            <a:prstGeom prst="rect">
              <a:avLst/>
            </a:prstGeom>
            <a:noFill/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9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12.0V</a:t>
              </a:r>
              <a:endParaRPr lang="ko-KR" altLang="en-US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2" name="직사각형 91"/>
            <p:cNvSpPr/>
            <p:nvPr/>
          </p:nvSpPr>
          <p:spPr>
            <a:xfrm>
              <a:off x="3681586" y="2638971"/>
              <a:ext cx="540000" cy="144016"/>
            </a:xfrm>
            <a:prstGeom prst="rect">
              <a:avLst/>
            </a:prstGeom>
            <a:noFill/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9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12.2V</a:t>
              </a:r>
              <a:endParaRPr lang="ko-KR" altLang="en-US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4634366" y="2638971"/>
              <a:ext cx="540000" cy="144016"/>
            </a:xfrm>
            <a:prstGeom prst="rect">
              <a:avLst/>
            </a:prstGeom>
            <a:noFill/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9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12.4V</a:t>
              </a:r>
              <a:endParaRPr lang="ko-KR" altLang="en-US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8" name="직사각형 97"/>
            <p:cNvSpPr/>
            <p:nvPr/>
          </p:nvSpPr>
          <p:spPr>
            <a:xfrm>
              <a:off x="815778" y="2901553"/>
              <a:ext cx="540000" cy="144016"/>
            </a:xfrm>
            <a:prstGeom prst="rect">
              <a:avLst/>
            </a:prstGeom>
            <a:noFill/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9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23.2V</a:t>
              </a:r>
              <a:endParaRPr lang="ko-KR" altLang="en-US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1751938" y="2901553"/>
              <a:ext cx="540000" cy="144016"/>
            </a:xfrm>
            <a:prstGeom prst="rect">
              <a:avLst/>
            </a:prstGeom>
            <a:noFill/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9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23.6V</a:t>
              </a:r>
              <a:endParaRPr lang="ko-KR" altLang="en-US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2717659" y="2901553"/>
              <a:ext cx="540000" cy="144016"/>
            </a:xfrm>
            <a:prstGeom prst="rect">
              <a:avLst/>
            </a:prstGeom>
            <a:noFill/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9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24.0V</a:t>
              </a:r>
              <a:endParaRPr lang="ko-KR" altLang="en-US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3681586" y="2901553"/>
              <a:ext cx="540000" cy="144016"/>
            </a:xfrm>
            <a:prstGeom prst="rect">
              <a:avLst/>
            </a:prstGeom>
            <a:noFill/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9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24.4V</a:t>
              </a:r>
              <a:endParaRPr lang="ko-KR" altLang="en-US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0" name="직사각형 109"/>
            <p:cNvSpPr/>
            <p:nvPr/>
          </p:nvSpPr>
          <p:spPr>
            <a:xfrm>
              <a:off x="4634366" y="2901553"/>
              <a:ext cx="540000" cy="144016"/>
            </a:xfrm>
            <a:prstGeom prst="rect">
              <a:avLst/>
            </a:prstGeom>
            <a:noFill/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9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24.8V</a:t>
              </a:r>
              <a:endParaRPr lang="ko-KR" altLang="en-US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611656" y="575480"/>
              <a:ext cx="864000" cy="189224"/>
            </a:xfrm>
            <a:prstGeom prst="rect">
              <a:avLst/>
            </a:prstGeom>
            <a:solidFill>
              <a:schemeClr val="tx1"/>
            </a:solidFill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rgbClr val="FFC04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G-</a:t>
              </a:r>
              <a:r>
                <a:rPr lang="ko-KR" altLang="en-US" sz="1000" b="1" dirty="0" smtClean="0">
                  <a:solidFill>
                    <a:srgbClr val="FFC04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센서감도</a:t>
              </a:r>
              <a:endParaRPr lang="ko-KR" altLang="en-US" sz="1000" b="1" dirty="0">
                <a:solidFill>
                  <a:srgbClr val="FFC04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2" name="직사각형 111"/>
            <p:cNvSpPr/>
            <p:nvPr/>
          </p:nvSpPr>
          <p:spPr>
            <a:xfrm>
              <a:off x="3286543" y="575480"/>
              <a:ext cx="756000" cy="189224"/>
            </a:xfrm>
            <a:prstGeom prst="rect">
              <a:avLst/>
            </a:prstGeom>
            <a:solidFill>
              <a:schemeClr val="tx1"/>
            </a:solidFill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rgbClr val="FFC04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LCD </a:t>
              </a:r>
              <a:r>
                <a:rPr lang="ko-KR" altLang="en-US" sz="1000" b="1" dirty="0" smtClean="0">
                  <a:solidFill>
                    <a:srgbClr val="FFC04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밝기</a:t>
              </a:r>
              <a:endParaRPr lang="ko-KR" altLang="en-US" sz="1000" b="1" dirty="0">
                <a:solidFill>
                  <a:srgbClr val="FFC04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" name="직사각형 112"/>
            <p:cNvSpPr/>
            <p:nvPr/>
          </p:nvSpPr>
          <p:spPr>
            <a:xfrm>
              <a:off x="611560" y="1196752"/>
              <a:ext cx="720000" cy="189224"/>
            </a:xfrm>
            <a:prstGeom prst="rect">
              <a:avLst/>
            </a:prstGeom>
            <a:solidFill>
              <a:schemeClr val="tx1"/>
            </a:solidFill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 smtClean="0">
                  <a:solidFill>
                    <a:srgbClr val="FFC04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음성안내</a:t>
              </a:r>
              <a:endParaRPr lang="ko-KR" altLang="en-US" sz="1000" b="1" dirty="0">
                <a:solidFill>
                  <a:srgbClr val="FFC04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" name="직사각형 113"/>
            <p:cNvSpPr/>
            <p:nvPr/>
          </p:nvSpPr>
          <p:spPr>
            <a:xfrm>
              <a:off x="2386439" y="1196752"/>
              <a:ext cx="720000" cy="189224"/>
            </a:xfrm>
            <a:prstGeom prst="rect">
              <a:avLst/>
            </a:prstGeom>
            <a:solidFill>
              <a:schemeClr val="tx1"/>
            </a:solidFill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 smtClean="0">
                  <a:solidFill>
                    <a:srgbClr val="FFC04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음성녹음</a:t>
              </a:r>
              <a:endParaRPr lang="ko-KR" altLang="en-US" sz="1000" b="1" dirty="0">
                <a:solidFill>
                  <a:srgbClr val="FFC04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" name="직사각형 114"/>
            <p:cNvSpPr/>
            <p:nvPr/>
          </p:nvSpPr>
          <p:spPr>
            <a:xfrm>
              <a:off x="4140032" y="1196752"/>
              <a:ext cx="720000" cy="189224"/>
            </a:xfrm>
            <a:prstGeom prst="rect">
              <a:avLst/>
            </a:prstGeom>
            <a:solidFill>
              <a:schemeClr val="tx1"/>
            </a:solidFill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 smtClean="0">
                  <a:solidFill>
                    <a:srgbClr val="FFC04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주차램프</a:t>
              </a:r>
              <a:endParaRPr lang="ko-KR" altLang="en-US" sz="1000" b="1" dirty="0">
                <a:solidFill>
                  <a:srgbClr val="FFC04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6" name="직사각형 115"/>
            <p:cNvSpPr/>
            <p:nvPr/>
          </p:nvSpPr>
          <p:spPr>
            <a:xfrm>
              <a:off x="613780" y="1772816"/>
              <a:ext cx="756000" cy="189224"/>
            </a:xfrm>
            <a:prstGeom prst="rect">
              <a:avLst/>
            </a:prstGeom>
            <a:solidFill>
              <a:schemeClr val="tx1"/>
            </a:solidFill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rgbClr val="FFC04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LCD </a:t>
              </a:r>
              <a:r>
                <a:rPr lang="ko-KR" altLang="en-US" sz="1000" b="1" dirty="0" smtClean="0">
                  <a:solidFill>
                    <a:srgbClr val="FFC04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설정</a:t>
              </a:r>
              <a:endParaRPr lang="ko-KR" altLang="en-US" sz="1000" b="1" dirty="0">
                <a:solidFill>
                  <a:srgbClr val="FFC04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7" name="직사각형 116"/>
            <p:cNvSpPr/>
            <p:nvPr/>
          </p:nvSpPr>
          <p:spPr>
            <a:xfrm>
              <a:off x="649796" y="2348880"/>
              <a:ext cx="864000" cy="189224"/>
            </a:xfrm>
            <a:prstGeom prst="rect">
              <a:avLst/>
            </a:prstGeom>
            <a:solidFill>
              <a:schemeClr val="tx1"/>
            </a:solidFill>
            <a:ln w="31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 err="1" smtClean="0">
                  <a:solidFill>
                    <a:srgbClr val="FFC04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저전압</a:t>
              </a:r>
              <a:r>
                <a:rPr lang="ko-KR" altLang="en-US" sz="1000" b="1" dirty="0" smtClean="0">
                  <a:solidFill>
                    <a:srgbClr val="FFC04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설정</a:t>
              </a:r>
              <a:endParaRPr lang="ko-KR" altLang="en-US" sz="1000" b="1" dirty="0">
                <a:solidFill>
                  <a:srgbClr val="FFC04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20" name="타원 119"/>
          <p:cNvSpPr/>
          <p:nvPr/>
        </p:nvSpPr>
        <p:spPr>
          <a:xfrm>
            <a:off x="3185699" y="3356992"/>
            <a:ext cx="288032" cy="28803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23000">
                <a:schemeClr val="accent3">
                  <a:lumMod val="40000"/>
                  <a:lumOff val="60000"/>
                </a:schemeClr>
              </a:gs>
              <a:gs pos="100000">
                <a:srgbClr val="92D050"/>
              </a:gs>
            </a:gsLst>
            <a:lin ang="2700000" scaled="1"/>
            <a:tileRect/>
          </a:gradFill>
          <a:ln w="25400" cmpd="sng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2" name="타원 121"/>
          <p:cNvSpPr/>
          <p:nvPr/>
        </p:nvSpPr>
        <p:spPr>
          <a:xfrm>
            <a:off x="2126713" y="3356992"/>
            <a:ext cx="288032" cy="28803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25400" cmpd="sng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19" name="그룹 118"/>
          <p:cNvGrpSpPr/>
          <p:nvPr/>
        </p:nvGrpSpPr>
        <p:grpSpPr>
          <a:xfrm>
            <a:off x="2628677" y="3356992"/>
            <a:ext cx="288032" cy="288032"/>
            <a:chOff x="2628677" y="3356992"/>
            <a:chExt cx="288032" cy="288032"/>
          </a:xfrm>
        </p:grpSpPr>
        <p:sp>
          <p:nvSpPr>
            <p:cNvPr id="118" name="타원 117"/>
            <p:cNvSpPr/>
            <p:nvPr/>
          </p:nvSpPr>
          <p:spPr>
            <a:xfrm>
              <a:off x="2628677" y="3356992"/>
              <a:ext cx="288032" cy="288032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25400" cmpd="sng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3" name="타원 122"/>
            <p:cNvSpPr/>
            <p:nvPr/>
          </p:nvSpPr>
          <p:spPr>
            <a:xfrm>
              <a:off x="2691200" y="3419515"/>
              <a:ext cx="162986" cy="162986"/>
            </a:xfrm>
            <a:prstGeom prst="ellipse">
              <a:avLst/>
            </a:prstGeom>
            <a:solidFill>
              <a:srgbClr val="92D050">
                <a:alpha val="50000"/>
              </a:srgbClr>
            </a:solidFill>
            <a:ln w="25400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25" name="타원 124"/>
          <p:cNvSpPr/>
          <p:nvPr/>
        </p:nvSpPr>
        <p:spPr>
          <a:xfrm>
            <a:off x="1679834" y="3356992"/>
            <a:ext cx="288032" cy="28803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254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6983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lumMod val="50000"/>
                <a:lumOff val="50000"/>
              </a:schemeClr>
            </a:gs>
            <a:gs pos="20000">
              <a:schemeClr val="tx1">
                <a:lumMod val="50000"/>
                <a:lumOff val="50000"/>
              </a:schemeClr>
            </a:gs>
            <a:gs pos="70000">
              <a:schemeClr val="tx1">
                <a:lumMod val="50000"/>
                <a:lumOff val="50000"/>
                <a:alpha val="0"/>
              </a:schemeClr>
            </a:gs>
          </a:gsLst>
          <a:lin ang="0" scaled="1"/>
          <a:tileRect/>
        </a:gradFill>
        <a:ln w="3175" cmpd="sng">
          <a:noFill/>
        </a:ln>
      </a:spPr>
      <a:bodyPr rtlCol="0" anchor="ctr"/>
      <a:lstStyle>
        <a:defPPr>
          <a:defRPr sz="12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2575</TotalTime>
  <Words>98</Words>
  <Application>Microsoft Office PowerPoint</Application>
  <PresentationFormat>화면 슬라이드 쇼(4:3)</PresentationFormat>
  <Paragraphs>70</Paragraphs>
  <Slides>5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한대열</dc:creator>
  <cp:lastModifiedBy>한대열</cp:lastModifiedBy>
  <cp:revision>115</cp:revision>
  <dcterms:created xsi:type="dcterms:W3CDTF">2014-09-11T06:29:11Z</dcterms:created>
  <dcterms:modified xsi:type="dcterms:W3CDTF">2014-10-16T03:54:36Z</dcterms:modified>
</cp:coreProperties>
</file>